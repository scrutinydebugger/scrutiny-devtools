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  <a:srgbClr val="ABD190"/>
    <a:srgbClr val="C9E2B8"/>
    <a:srgbClr val="8E8E8E"/>
    <a:srgbClr val="217346"/>
    <a:srgbClr val="F2E600"/>
    <a:srgbClr val="FFFF00"/>
    <a:srgbClr val="4EA72E"/>
    <a:srgbClr val="3B7C2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2025-09-01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64284F23-32DC-5DBB-3B68-E78F9EB3CB18}"/>
              </a:ext>
            </a:extLst>
          </p:cNvPr>
          <p:cNvGrpSpPr/>
          <p:nvPr/>
        </p:nvGrpSpPr>
        <p:grpSpPr>
          <a:xfrm>
            <a:off x="8997309" y="200778"/>
            <a:ext cx="2777720" cy="3337506"/>
            <a:chOff x="3472746" y="2876251"/>
            <a:chExt cx="2605387" cy="3130443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3472746" y="2876251"/>
              <a:ext cx="2605387" cy="2605387"/>
              <a:chOff x="3383431" y="2921592"/>
              <a:chExt cx="2424516" cy="2424516"/>
            </a:xfrm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62757" y="3516277"/>
                <a:ext cx="430307" cy="1427704"/>
              </a:xfrm>
              <a:prstGeom prst="rect">
                <a:avLst/>
              </a:prstGeom>
              <a:solidFill>
                <a:srgbClr val="F2E600"/>
              </a:solidFill>
              <a:ln w="3175">
                <a:solidFill>
                  <a:srgbClr val="F2E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9FDF3485-4C8E-3053-AD8B-D4459FA42DC5}"/>
                </a:ext>
              </a:extLst>
            </p:cNvPr>
            <p:cNvSpPr txBox="1"/>
            <p:nvPr/>
          </p:nvSpPr>
          <p:spPr>
            <a:xfrm>
              <a:off x="4295275" y="2959706"/>
              <a:ext cx="960329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8500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!</a:t>
              </a:r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Flèche : droite 89">
            <a:extLst>
              <a:ext uri="{FF2B5EF4-FFF2-40B4-BE49-F238E27FC236}">
                <a16:creationId xmlns:a16="http://schemas.microsoft.com/office/drawing/2014/main" id="{3280F910-11E7-9521-8473-2B65F602B8B6}"/>
              </a:ext>
            </a:extLst>
          </p:cNvPr>
          <p:cNvSpPr/>
          <p:nvPr/>
        </p:nvSpPr>
        <p:spPr>
          <a:xfrm rot="16200000">
            <a:off x="3058440" y="4166506"/>
            <a:ext cx="2640937" cy="1425781"/>
          </a:xfrm>
          <a:prstGeom prst="rightArrow">
            <a:avLst/>
          </a:prstGeom>
          <a:solidFill>
            <a:srgbClr val="8E8E8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3723061" y="95514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7468941" y="151175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Flèche : droite 86">
            <a:extLst>
              <a:ext uri="{FF2B5EF4-FFF2-40B4-BE49-F238E27FC236}">
                <a16:creationId xmlns:a16="http://schemas.microsoft.com/office/drawing/2014/main" id="{5BF98113-4FDD-F5BF-8BD8-51AA056BEF38}"/>
              </a:ext>
            </a:extLst>
          </p:cNvPr>
          <p:cNvSpPr/>
          <p:nvPr/>
        </p:nvSpPr>
        <p:spPr>
          <a:xfrm>
            <a:off x="4021994" y="5454358"/>
            <a:ext cx="2866952" cy="1308128"/>
          </a:xfrm>
          <a:prstGeom prst="rightArrow">
            <a:avLst/>
          </a:prstGeom>
          <a:solidFill>
            <a:srgbClr val="8E8E8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7244922" y="3891634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9520244" y="4010534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5" name="Groupe 4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9" name="Groupe 8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2" name="Graphique 11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3" name="Connecteur droit 12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0" name="Connecteur droit 9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8696100" y="-17540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1137920" y="477520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6231</TotalTime>
  <Words>17</Words>
  <Application>Microsoft Office PowerPoint</Application>
  <PresentationFormat>Grand écran</PresentationFormat>
  <Paragraphs>13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9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49</cp:revision>
  <dcterms:created xsi:type="dcterms:W3CDTF">2025-01-18T08:02:18Z</dcterms:created>
  <dcterms:modified xsi:type="dcterms:W3CDTF">2025-09-01T19:18:30Z</dcterms:modified>
</cp:coreProperties>
</file>
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3"/>
  </p:notesMasterIdLst>
  <p:sldIdLst>
    <p:sldId id="259" r:id="rId3"/>
    <p:sldId id="260" r:id="rId4"/>
    <p:sldId id="261" r:id="rId5"/>
    <p:sldId id="256" r:id="rId6"/>
    <p:sldId id="262" r:id="rId7"/>
    <p:sldId id="263" r:id="rId8"/>
    <p:sldId id="264" r:id="rId9"/>
    <p:sldId id="265" r:id="rId10"/>
    <p:sldId id="266" r:id="rId11"/>
    <p:sldId id="274" r:id="rId12"/>
    <p:sldId id="268" r:id="rId13"/>
    <p:sldId id="275" r:id="rId14"/>
    <p:sldId id="276" r:id="rId15"/>
    <p:sldId id="277" r:id="rId16"/>
    <p:sldId id="27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1" userDrawn="1">
          <p15:clr>
            <a:srgbClr val="A4A3A4"/>
          </p15:clr>
        </p15:guide>
        <p15:guide id="2" pos="12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A5A5A5"/>
    <a:srgbClr val="64310F"/>
    <a:srgbClr val="FFFFFF"/>
    <a:srgbClr val="434343"/>
    <a:srgbClr val="CE2E28"/>
    <a:srgbClr val="E0E000"/>
    <a:srgbClr val="63A11F"/>
    <a:srgbClr val="FF0000"/>
    <a:srgbClr val="3B3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8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972" y="102"/>
      </p:cViewPr>
      <p:guideLst>
        <p:guide orient="horz" pos="2001"/>
        <p:guide pos="12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404A9E-F80D-47A3-9ABE-4E375F8C7A58}" type="datetimeFigureOut">
              <a:rPr lang="fr-CA" smtClean="0"/>
              <a:t>2026-10-14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904C2-9749-44BA-8BF9-82B317B53FD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66166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04C2-9749-44BA-8BF9-82B317B53FD5}" type="slidenum">
              <a:rPr lang="fr-CA" smtClean="0"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882890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211CF-4BFB-4EDA-B871-566ED73F112B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54922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36EAC-24DD-AC3C-B596-846B3F25A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59CD6D8-84B2-CC9A-D00A-FCE8BC6F4D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0F498B6-39F4-E08B-8BE4-D64DAB4F1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CAD7C3-4785-D86F-E0A0-487372AA54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211CF-4BFB-4EDA-B871-566ED73F112B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330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AECF6-23E7-671C-CA2D-4132BBF2B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97A8ADE-786C-9437-AD43-92889D18D0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47E14D4-2844-33F9-5617-F55C7EE35B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E4BB99F-13F9-2CF5-1A60-BB0E218A53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211CF-4BFB-4EDA-B871-566ED73F112B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90206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D6E84-27A2-A270-D828-47172ED2C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1A70E4A-E578-6EFB-FAAA-5C17350283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6378BBF-1241-4DB0-7D58-6529830CA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06CEA23-D601-E0DA-CA58-33AC03A85A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211CF-4BFB-4EDA-B871-566ED73F112B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5666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6B9A4-453C-659C-1C57-8EFCF0F31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1D814F6-4273-9EE2-CEB5-D9262B82D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8598EB5-5F9E-EC2C-352B-DFBF75253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429333E-BF29-374B-D623-D3CDF9BBDD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211CF-4BFB-4EDA-B871-566ED73F112B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3949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50802D-0EDF-E09D-32E5-7A59EB22B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4232EAB-9E0F-BB17-6BAA-AEB81AF5F5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FCE59A-0A6B-5204-A743-2504147B8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97C2F-ED53-40B2-8245-274A53568F1F}" type="datetimeFigureOut">
              <a:rPr lang="fr-CA" smtClean="0"/>
              <a:t>2026-10-14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644162-9EA5-E41C-D072-2D09BEEBC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66B074-E2B2-FD67-F700-44B827B65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1FB9-EA63-4B6B-881E-80A2BEBC5BD2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46554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C5D6E2-0714-94A7-A601-1936CC3A4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0F6784-CB29-31BF-A8B7-49DD5D2D3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EE35DE-7907-4545-047A-2AB16DAE8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97C2F-ED53-40B2-8245-274A53568F1F}" type="datetimeFigureOut">
              <a:rPr lang="fr-CA" smtClean="0"/>
              <a:t>2026-10-14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4FC476-8013-E5A1-D4E8-F208F8407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A06358-4229-8A48-1744-97CDF0DDA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1FB9-EA63-4B6B-881E-80A2BEBC5BD2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54230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15676A-F8A4-9163-A905-87F59A7B7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39FFEE8-5228-8E65-6F02-01F74150A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E1B9EB-9A94-C036-514A-3629753A0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97C2F-ED53-40B2-8245-274A53568F1F}" type="datetimeFigureOut">
              <a:rPr lang="fr-CA" smtClean="0"/>
              <a:t>2026-10-14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45CC81-7F48-B53C-6F76-A5A41B95B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1FBCC7-FCF5-116D-3056-34224C6AD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1FB9-EA63-4B6B-881E-80A2BEBC5BD2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26950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455C3F-6A6C-6E35-7EF4-F4091DB60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199B72-5FDF-6E77-EEEB-ED21836F87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69C36B5-5DFC-80CB-E96F-7EF2ABDB6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2F43767-9303-003D-3E4A-F6F00449B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97C2F-ED53-40B2-8245-274A53568F1F}" type="datetimeFigureOut">
              <a:rPr lang="fr-CA" smtClean="0"/>
              <a:t>2026-10-14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447F604-6CB1-71CF-AE39-3E5710BFF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B446B17-4551-9B85-F79D-F74F57510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1FB9-EA63-4B6B-881E-80A2BEBC5BD2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85393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0C263D-CA41-06CC-A181-598171F99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82EDB11-86EC-95D5-B367-B27E16F6A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11FF496-1388-7216-326F-5755AA2916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711BAE7-D36C-B724-4E76-C4F95B7EBE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F2C3A67-B5DC-43FF-3E6E-F6FA432047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EE53C04-9D84-619A-A023-8C6E09FB6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97C2F-ED53-40B2-8245-274A53568F1F}" type="datetimeFigureOut">
              <a:rPr lang="fr-CA" smtClean="0"/>
              <a:t>2026-10-14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326D8F3-B4D9-FEBA-7ACA-DBBF09D57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AEB7EAA-4E04-25A4-3C54-4A0A60F9B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1FB9-EA63-4B6B-881E-80A2BEBC5BD2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993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60E3DD-F528-7A14-F323-836DB4AB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1244D07-F560-2B51-AF7E-B15FC317C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97C2F-ED53-40B2-8245-274A53568F1F}" type="datetimeFigureOut">
              <a:rPr lang="fr-CA" smtClean="0"/>
              <a:t>2026-10-14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7AC8B5B-7286-FF95-033C-E7CDBF45D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C7CD7C1-F84B-26C0-8653-4BD7DAB6B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1FB9-EA63-4B6B-881E-80A2BEBC5BD2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76409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6E7D82F-CFE7-02C1-DD9A-79862722D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97C2F-ED53-40B2-8245-274A53568F1F}" type="datetimeFigureOut">
              <a:rPr lang="fr-CA" smtClean="0"/>
              <a:t>2026-10-14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223A4BD-91F4-75AF-901E-F5EE9A625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8D2E37D-0AFE-A0A9-BF97-774CA1CE4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1FB9-EA63-4B6B-881E-80A2BEBC5BD2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71859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81E4DB-B64C-9934-04A2-DB6AA34CA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4043AC-FD28-0F1E-6998-AC12C4DBB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86D6678-FDB7-34B8-2E59-472D1BF57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64B2C98-C9A7-C4C7-6B03-0A765C407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97C2F-ED53-40B2-8245-274A53568F1F}" type="datetimeFigureOut">
              <a:rPr lang="fr-CA" smtClean="0"/>
              <a:t>2026-10-14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54ECBFA-141C-9936-FB02-04642D1E3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61CEA76-2471-CE4A-F5F7-64C211E5A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1FB9-EA63-4B6B-881E-80A2BEBC5BD2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56985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365B9F-54CA-0D04-9C42-A1C2B0875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AE1756F-393E-99EB-04FC-791F1B976B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7BA86B4-B4CD-0AEC-D426-B8F06E99F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B94D959-EB53-38CF-CAD4-E206C7DDD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97C2F-ED53-40B2-8245-274A53568F1F}" type="datetimeFigureOut">
              <a:rPr lang="fr-CA" smtClean="0"/>
              <a:t>2026-10-14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58A6523-4E64-659D-E353-C9D3EDB0C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0CA5C9C-AD94-76A4-7BB0-F9AFCA22F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1FB9-EA63-4B6B-881E-80A2BEBC5BD2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40474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14C77D-9A3D-6375-FF8E-39C1BE281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64E5286-9EA4-51C3-EB3D-BEB116C461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5C5EE42-8B3A-625E-817F-4A86970E2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97C2F-ED53-40B2-8245-274A53568F1F}" type="datetimeFigureOut">
              <a:rPr lang="fr-CA" smtClean="0"/>
              <a:t>2026-10-14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219326-8409-418F-3831-359858EDC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034370-2484-B658-AA53-693A1B04E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1FB9-EA63-4B6B-881E-80A2BEBC5BD2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66838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5B77FA4-B048-61BA-B2A4-0B1E3EC576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D40A7AC-B11F-9544-AA34-1A52655F9D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8367EA-188C-9348-C802-47E869C0C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97C2F-ED53-40B2-8245-274A53568F1F}" type="datetimeFigureOut">
              <a:rPr lang="fr-CA" smtClean="0"/>
              <a:t>2026-10-14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EED085-754C-1D32-AA3C-8EC70C1C5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0E5841-CD9C-B3C6-1412-03FC6CD18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1FB9-EA63-4B6B-881E-80A2BEBC5BD2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54128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5D1C1B-0861-089C-9E8E-4BB1D436B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CE1040E-6073-73B8-AE32-2798D3840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0ABE66-AA05-E649-AEBE-6D4C71DA1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78C3-2C03-4D26-BA08-5201FB292C09}" type="datetimeFigureOut">
              <a:rPr lang="fr-CA" smtClean="0"/>
              <a:t>2026-10-14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9ACE44-82AF-0E64-94B0-EBB1B808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9751F2-EF8B-316F-37EF-FB024761F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3C8E-024B-4F6E-82B3-AF4D9BB8C26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172201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F7EF44-777C-2702-9FB9-98B8F78C5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761CA0-5A80-E3F3-6F5E-3AA6C6D23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6C26EC-DEF9-6E4A-17B8-7439697D1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78C3-2C03-4D26-BA08-5201FB292C09}" type="datetimeFigureOut">
              <a:rPr lang="fr-CA" smtClean="0"/>
              <a:t>2026-10-14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833718-8AE1-35E8-D806-F540889E6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37E35E-8B45-5993-04C6-175E85793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3C8E-024B-4F6E-82B3-AF4D9BB8C26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886760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632748-EFF7-F012-D18F-948C2562D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D1CD6C4-C4BE-380F-4E42-91198D1E4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811059-9304-D330-DD3D-7B1EBC22A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78C3-2C03-4D26-BA08-5201FB292C09}" type="datetimeFigureOut">
              <a:rPr lang="fr-CA" smtClean="0"/>
              <a:t>2026-10-14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AA600C-B7CE-AC68-E85E-3E323E916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6F407B-1652-E1AF-DE0A-0E02C7F93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3C8E-024B-4F6E-82B3-AF4D9BB8C26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827330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0AF89F-9A31-C0AC-8881-771EB38C9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3B30CF-8ED3-6087-6D43-0D87A12F60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E8FE8A1-AB4B-11A1-2F02-6A64E94F3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CCA738A-5592-DE28-F681-3555C8B90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78C3-2C03-4D26-BA08-5201FB292C09}" type="datetimeFigureOut">
              <a:rPr lang="fr-CA" smtClean="0"/>
              <a:t>2026-10-14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E157EF5-E700-A85E-160A-A3F1AA998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024479-3092-8AE9-1D2E-8D11655D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3C8E-024B-4F6E-82B3-AF4D9BB8C26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09910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AC60D1-81D1-4B08-FB35-5E6125086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FDBC29F-0F2C-445E-1541-3B5556BA4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6C26E4A-2959-F6C8-4124-048DDADF4E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7B90BEC-4DB7-B876-FFE1-91D47EDACC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9929BB5-6173-D47A-E67B-C7952339D7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BED8FE0-9F4F-770C-242B-C491A5E99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78C3-2C03-4D26-BA08-5201FB292C09}" type="datetimeFigureOut">
              <a:rPr lang="fr-CA" smtClean="0"/>
              <a:t>2026-10-14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D4AADE6-3E85-45AA-154E-3FA0790AA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21F6499-10F5-568D-7F7A-1AB6B89C6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3C8E-024B-4F6E-82B3-AF4D9BB8C26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707412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BB58DD-BF37-3867-7843-AFD6235E7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9D8A97E-7797-99B8-B3B8-B7450EB57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78C3-2C03-4D26-BA08-5201FB292C09}" type="datetimeFigureOut">
              <a:rPr lang="fr-CA" smtClean="0"/>
              <a:t>2026-10-14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158A153-35F8-6474-1167-6DC8A2660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D9A149B-1E09-F149-DAC2-C57B73B4F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3C8E-024B-4F6E-82B3-AF4D9BB8C26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574017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51123BB-02EF-469B-B437-C85B35EEC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78C3-2C03-4D26-BA08-5201FB292C09}" type="datetimeFigureOut">
              <a:rPr lang="fr-CA" smtClean="0"/>
              <a:t>2026-10-14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6D4BF92-8180-1B0A-CB24-1D1DB0B61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804A26E-4BF2-41FE-E731-1097095B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3C8E-024B-4F6E-82B3-AF4D9BB8C26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831966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A2FBB1-3D76-BDC3-A0AD-DC285FE2B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9F6BA7-11DD-6A85-CAF1-8C10670CF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AE67523-CC48-C5F1-4A71-3FDAB3DE4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26557F-484E-949F-4648-804DF1522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78C3-2C03-4D26-BA08-5201FB292C09}" type="datetimeFigureOut">
              <a:rPr lang="fr-CA" smtClean="0"/>
              <a:t>2026-10-14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B4FFA6E-708E-4737-DDAF-15F8A1D38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1FEF82-7C38-AA31-48DB-112FAF04F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3C8E-024B-4F6E-82B3-AF4D9BB8C26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791949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36C41E-2AD4-A864-68A1-B07FD5815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40866F9-5B36-E8B8-D399-576675E01F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6B429C5-3076-C2DD-8E9C-42EFFA09F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598107A-7F0C-DFDF-866E-AAAB1CDE8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78C3-2C03-4D26-BA08-5201FB292C09}" type="datetimeFigureOut">
              <a:rPr lang="fr-CA" smtClean="0"/>
              <a:t>2026-10-14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04B4C88-B910-3481-500F-44DAFA7C2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7C9BEDB-D4DB-AC9C-5E79-41962C5F3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3C8E-024B-4F6E-82B3-AF4D9BB8C26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751423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942485-94A8-CC23-ACAB-0376A24A2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55F8A97-E485-7714-367E-9876200AD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D3E624-C0D3-4F0A-82C0-F9D1A4BBF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78C3-2C03-4D26-BA08-5201FB292C09}" type="datetimeFigureOut">
              <a:rPr lang="fr-CA" smtClean="0"/>
              <a:t>2026-10-14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4F0E41-6B4C-6811-A0AC-E73AD9694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9F32E1-1D7B-EDA7-ECE6-D83BB90D5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3C8E-024B-4F6E-82B3-AF4D9BB8C26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024821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3E9B503-69CC-7AD9-BEC2-D520246199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9E18F0F-01F2-8F57-8493-274D22B4C7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E277E9-9132-20D5-AA17-8C273F340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78C3-2C03-4D26-BA08-5201FB292C09}" type="datetimeFigureOut">
              <a:rPr lang="fr-CA" smtClean="0"/>
              <a:t>2026-10-14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6E6571-3051-0179-8211-887F0E44A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DD3325-2544-0B5F-DA68-1C70A8387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3C8E-024B-4F6E-82B3-AF4D9BB8C26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9945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F05A134-CA32-49E6-C786-2EAEE41FF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88DC47-F125-CACD-5082-BB629997C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59B6BE-6A73-46AA-89D1-4DD5E1E573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B97C2F-ED53-40B2-8245-274A53568F1F}" type="datetimeFigureOut">
              <a:rPr lang="fr-CA" smtClean="0"/>
              <a:t>2026-10-14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D7EF2CE-490E-2EBE-BFC0-E2F7C6DF94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99FDC7-1253-2361-8221-8C4B8B773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251FB9-EA63-4B6B-881E-80A2BEBC5BD2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10820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87928D5-82CA-F936-185E-C642FCA55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93BADA-27A9-2DE3-24D2-232F425E2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FB6BD0-982F-6D39-7C82-FF97B32E7F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A78C3-2C03-4D26-BA08-5201FB292C09}" type="datetimeFigureOut">
              <a:rPr lang="fr-CA" smtClean="0"/>
              <a:t>2026-10-14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5A9617-16C9-273C-FAAE-9E6A1A4BDE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9F531F-EFF3-9FCB-A580-28699472F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73C8E-024B-4F6E-82B3-AF4D9BB8C26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81526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11">
            <a:extLst>
              <a:ext uri="{FF2B5EF4-FFF2-40B4-BE49-F238E27FC236}">
                <a16:creationId xmlns:a16="http://schemas.microsoft.com/office/drawing/2014/main" id="{97A0FF87-FEC3-4441-34CA-477C87186BF1}"/>
              </a:ext>
            </a:extLst>
          </p:cNvPr>
          <p:cNvSpPr txBox="1"/>
          <p:nvPr/>
        </p:nvSpPr>
        <p:spPr>
          <a:xfrm>
            <a:off x="2903683" y="216262"/>
            <a:ext cx="567988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8000" b="0" i="0" u="none" strike="noStrike" kern="1200" cap="none" spc="0" normalizeH="0" baseline="0" noProof="0" dirty="0" err="1">
                <a:ln w="28575">
                  <a:solidFill>
                    <a:srgbClr val="4472C4">
                      <a:lumMod val="75000"/>
                    </a:srgbClr>
                  </a:solidFill>
                </a:ln>
                <a:solidFill>
                  <a:srgbClr val="5B9BD5"/>
                </a:solidFill>
                <a:effectLst/>
                <a:uLnTx/>
                <a:uFillTx/>
                <a:latin typeface="Source Sans Pro Black" panose="020B0803030403020204" pitchFamily="34" charset="0"/>
                <a:ea typeface="Source Sans Pro Black" panose="020B0803030403020204" pitchFamily="34" charset="0"/>
                <a:cs typeface="+mn-cs"/>
              </a:rPr>
              <a:t>Scrutiny</a:t>
            </a:r>
            <a:r>
              <a:rPr kumimoji="0" lang="fr-CA" sz="8000" b="0" i="0" u="none" strike="noStrike" kern="1200" cap="none" spc="0" normalizeH="0" baseline="0" noProof="0" dirty="0">
                <a:ln w="28575">
                  <a:solidFill>
                    <a:srgbClr val="4472C4">
                      <a:lumMod val="75000"/>
                    </a:srgbClr>
                  </a:solidFill>
                </a:ln>
                <a:solidFill>
                  <a:srgbClr val="5B9BD5"/>
                </a:solidFill>
                <a:effectLst/>
                <a:uLnTx/>
                <a:uFillTx/>
                <a:latin typeface="Source Sans Pro Black" panose="020B0803030403020204" pitchFamily="34" charset="0"/>
                <a:ea typeface="Source Sans Pro Black" panose="020B0803030403020204" pitchFamily="34" charset="0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8000" b="0" i="0" u="none" strike="noStrike" kern="1200" cap="none" spc="0" normalizeH="0" baseline="0" noProof="0" dirty="0">
                <a:ln w="28575">
                  <a:solidFill>
                    <a:srgbClr val="4472C4">
                      <a:lumMod val="75000"/>
                    </a:srgbClr>
                  </a:solidFill>
                </a:ln>
                <a:solidFill>
                  <a:srgbClr val="5B9BD5"/>
                </a:solidFill>
                <a:effectLst/>
                <a:uLnTx/>
                <a:uFillTx/>
                <a:latin typeface="Source Sans Pro Black" panose="020B0803030403020204" pitchFamily="34" charset="0"/>
                <a:ea typeface="Source Sans Pro Black" panose="020B0803030403020204" pitchFamily="34" charset="0"/>
                <a:cs typeface="+mn-cs"/>
              </a:rPr>
              <a:t>    Debugger</a:t>
            </a:r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D96BF3DF-42DA-89AA-5949-611D280D2F06}"/>
              </a:ext>
            </a:extLst>
          </p:cNvPr>
          <p:cNvGrpSpPr/>
          <p:nvPr/>
        </p:nvGrpSpPr>
        <p:grpSpPr>
          <a:xfrm>
            <a:off x="425133" y="341535"/>
            <a:ext cx="2304000" cy="2304000"/>
            <a:chOff x="2843868" y="1639394"/>
            <a:chExt cx="2304000" cy="2304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BA6265D-5DD1-6836-8905-9A5D9EEE1DA5}"/>
                </a:ext>
              </a:extLst>
            </p:cNvPr>
            <p:cNvSpPr/>
            <p:nvPr/>
          </p:nvSpPr>
          <p:spPr>
            <a:xfrm rot="2700000">
              <a:off x="3481055" y="2751426"/>
              <a:ext cx="1207502" cy="250619"/>
            </a:xfrm>
            <a:prstGeom prst="rect">
              <a:avLst/>
            </a:prstGeom>
            <a:solidFill>
              <a:schemeClr val="bg1"/>
            </a:solidFill>
            <a:ln w="508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C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9BE0517E-9D35-BB62-BD91-0EE9DAF44653}"/>
                </a:ext>
              </a:extLst>
            </p:cNvPr>
            <p:cNvGrpSpPr/>
            <p:nvPr/>
          </p:nvGrpSpPr>
          <p:grpSpPr>
            <a:xfrm>
              <a:off x="2843868" y="1639394"/>
              <a:ext cx="2304000" cy="2304000"/>
              <a:chOff x="2843868" y="1551963"/>
              <a:chExt cx="2304000" cy="2304000"/>
            </a:xfrm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C114D9DB-B245-02BE-E734-D5824DD45B31}"/>
                  </a:ext>
                </a:extLst>
              </p:cNvPr>
              <p:cNvSpPr/>
              <p:nvPr/>
            </p:nvSpPr>
            <p:spPr>
              <a:xfrm>
                <a:off x="2843868" y="1551963"/>
                <a:ext cx="2304000" cy="2304000"/>
              </a:xfrm>
              <a:prstGeom prst="roundRect">
                <a:avLst/>
              </a:prstGeom>
              <a:ln w="101600"/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28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lonna MT" panose="04020805060202030203" pitchFamily="82" charset="0"/>
                  <a:ea typeface="+mn-ea"/>
                  <a:cs typeface="+mn-cs"/>
                </a:endParaRPr>
              </a:p>
            </p:txBody>
          </p:sp>
          <p:grpSp>
            <p:nvGrpSpPr>
              <p:cNvPr id="10" name="Groupe 9">
                <a:extLst>
                  <a:ext uri="{FF2B5EF4-FFF2-40B4-BE49-F238E27FC236}">
                    <a16:creationId xmlns:a16="http://schemas.microsoft.com/office/drawing/2014/main" id="{1AD46849-FA58-76AF-42A1-A45F0718BA92}"/>
                  </a:ext>
                </a:extLst>
              </p:cNvPr>
              <p:cNvGrpSpPr/>
              <p:nvPr/>
            </p:nvGrpSpPr>
            <p:grpSpPr>
              <a:xfrm>
                <a:off x="3388587" y="2023187"/>
                <a:ext cx="1221517" cy="1372648"/>
                <a:chOff x="1011860" y="1440096"/>
                <a:chExt cx="1392742" cy="1594070"/>
              </a:xfrm>
            </p:grpSpPr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CD106217-AC6E-449F-4A36-AB8508A3BA33}"/>
                    </a:ext>
                  </a:extLst>
                </p:cNvPr>
                <p:cNvSpPr/>
                <p:nvPr/>
              </p:nvSpPr>
              <p:spPr>
                <a:xfrm rot="8100000">
                  <a:off x="1011860" y="1440096"/>
                  <a:ext cx="694974" cy="285751"/>
                </a:xfrm>
                <a:prstGeom prst="rect">
                  <a:avLst/>
                </a:prstGeom>
                <a:solidFill>
                  <a:schemeClr val="bg1"/>
                </a:solidFill>
                <a:ln w="508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C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52E0E0BC-30BB-60D9-8B90-7DCF60EE2AB6}"/>
                    </a:ext>
                  </a:extLst>
                </p:cNvPr>
                <p:cNvSpPr/>
                <p:nvPr/>
              </p:nvSpPr>
              <p:spPr>
                <a:xfrm rot="2700000">
                  <a:off x="1099899" y="2187416"/>
                  <a:ext cx="1407751" cy="285749"/>
                </a:xfrm>
                <a:prstGeom prst="rect">
                  <a:avLst/>
                </a:prstGeom>
                <a:solidFill>
                  <a:schemeClr val="bg1"/>
                </a:solidFill>
                <a:ln w="508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8627819C-FFE1-8AC8-1F8D-1BB4CC19BB87}"/>
                    </a:ext>
                  </a:extLst>
                </p:cNvPr>
                <p:cNvSpPr/>
                <p:nvPr/>
              </p:nvSpPr>
              <p:spPr>
                <a:xfrm rot="18900000">
                  <a:off x="1703321" y="2740369"/>
                  <a:ext cx="701281" cy="285750"/>
                </a:xfrm>
                <a:prstGeom prst="rect">
                  <a:avLst/>
                </a:prstGeom>
                <a:solidFill>
                  <a:schemeClr val="bg1"/>
                </a:solidFill>
                <a:ln w="508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C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9" name="Rectangle : avec coin arrondi et coin rogné en haut 18">
              <a:extLst>
                <a:ext uri="{FF2B5EF4-FFF2-40B4-BE49-F238E27FC236}">
                  <a16:creationId xmlns:a16="http://schemas.microsoft.com/office/drawing/2014/main" id="{20A926BB-D43F-1517-503F-0E3F632F8DBB}"/>
                </a:ext>
              </a:extLst>
            </p:cNvPr>
            <p:cNvSpPr/>
            <p:nvPr/>
          </p:nvSpPr>
          <p:spPr>
            <a:xfrm rot="2700000" flipV="1">
              <a:off x="3352004" y="3322506"/>
              <a:ext cx="853200" cy="252000"/>
            </a:xfrm>
            <a:prstGeom prst="snipRoundRect">
              <a:avLst>
                <a:gd name="adj1" fmla="val 0"/>
                <a:gd name="adj2" fmla="val 50000"/>
              </a:avLst>
            </a:prstGeom>
            <a:solidFill>
              <a:schemeClr val="bg1"/>
            </a:solidFill>
            <a:ln w="508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CA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Rectangle : avec coin arrondi et coin rogné en haut 19">
              <a:extLst>
                <a:ext uri="{FF2B5EF4-FFF2-40B4-BE49-F238E27FC236}">
                  <a16:creationId xmlns:a16="http://schemas.microsoft.com/office/drawing/2014/main" id="{7250AE3E-2126-42CC-D46B-0190AD16A831}"/>
                </a:ext>
              </a:extLst>
            </p:cNvPr>
            <p:cNvSpPr/>
            <p:nvPr/>
          </p:nvSpPr>
          <p:spPr>
            <a:xfrm rot="2700000" flipH="1">
              <a:off x="3785982" y="2016567"/>
              <a:ext cx="853200" cy="252000"/>
            </a:xfrm>
            <a:prstGeom prst="snipRoundRect">
              <a:avLst>
                <a:gd name="adj1" fmla="val 0"/>
                <a:gd name="adj2" fmla="val 50000"/>
              </a:avLst>
            </a:prstGeom>
            <a:solidFill>
              <a:schemeClr val="bg1"/>
            </a:solidFill>
            <a:ln w="508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CA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513C5E41-96B4-F99E-754B-A6E0B4572B9A}"/>
              </a:ext>
            </a:extLst>
          </p:cNvPr>
          <p:cNvSpPr txBox="1"/>
          <p:nvPr/>
        </p:nvSpPr>
        <p:spPr>
          <a:xfrm>
            <a:off x="2188290" y="4901270"/>
            <a:ext cx="93712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8000" b="0" i="0" u="none" strike="noStrike" kern="1200" cap="none" spc="0" normalizeH="0" baseline="0" noProof="0" dirty="0" err="1">
                <a:ln w="28575">
                  <a:solidFill>
                    <a:srgbClr val="4472C4">
                      <a:lumMod val="75000"/>
                    </a:srgbClr>
                  </a:solidFill>
                </a:ln>
                <a:solidFill>
                  <a:srgbClr val="5B9BD5"/>
                </a:solidFill>
                <a:effectLst/>
                <a:uLnTx/>
                <a:uFillTx/>
                <a:latin typeface="Source Sans Pro Black" panose="020B0803030403020204" pitchFamily="34" charset="0"/>
                <a:ea typeface="Source Sans Pro Black" panose="020B0803030403020204" pitchFamily="34" charset="0"/>
                <a:cs typeface="+mn-cs"/>
              </a:rPr>
              <a:t>Scrutiny</a:t>
            </a:r>
            <a:r>
              <a:rPr kumimoji="0" lang="fr-CA" sz="8000" b="0" i="0" u="none" strike="noStrike" kern="1200" cap="none" spc="0" normalizeH="0" baseline="0" noProof="0" dirty="0">
                <a:ln w="28575">
                  <a:solidFill>
                    <a:srgbClr val="4472C4">
                      <a:lumMod val="75000"/>
                    </a:srgbClr>
                  </a:solidFill>
                </a:ln>
                <a:solidFill>
                  <a:srgbClr val="5B9BD5"/>
                </a:solidFill>
                <a:effectLst/>
                <a:uLnTx/>
                <a:uFillTx/>
                <a:latin typeface="Source Sans Pro Black" panose="020B0803030403020204" pitchFamily="34" charset="0"/>
                <a:ea typeface="Source Sans Pro Black" panose="020B0803030403020204" pitchFamily="34" charset="0"/>
                <a:cs typeface="+mn-cs"/>
              </a:rPr>
              <a:t> Debugger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045F391F-3FC1-D62A-4DB1-38998989420B}"/>
              </a:ext>
            </a:extLst>
          </p:cNvPr>
          <p:cNvGrpSpPr/>
          <p:nvPr/>
        </p:nvGrpSpPr>
        <p:grpSpPr>
          <a:xfrm>
            <a:off x="629046" y="4809152"/>
            <a:ext cx="1437398" cy="1437398"/>
            <a:chOff x="2843868" y="1639394"/>
            <a:chExt cx="2304000" cy="2304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6C7FB12-E2D4-FC4F-50B4-31CFCC6EA703}"/>
                </a:ext>
              </a:extLst>
            </p:cNvPr>
            <p:cNvSpPr/>
            <p:nvPr/>
          </p:nvSpPr>
          <p:spPr>
            <a:xfrm rot="2700000">
              <a:off x="3481055" y="2751426"/>
              <a:ext cx="1207502" cy="250619"/>
            </a:xfrm>
            <a:prstGeom prst="rect">
              <a:avLst/>
            </a:prstGeom>
            <a:solidFill>
              <a:schemeClr val="bg1"/>
            </a:solidFill>
            <a:ln w="508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C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2911296D-79E0-BEED-BF84-19C0839F316E}"/>
                </a:ext>
              </a:extLst>
            </p:cNvPr>
            <p:cNvGrpSpPr/>
            <p:nvPr/>
          </p:nvGrpSpPr>
          <p:grpSpPr>
            <a:xfrm>
              <a:off x="2843868" y="1639394"/>
              <a:ext cx="2304000" cy="2304000"/>
              <a:chOff x="2843868" y="1551963"/>
              <a:chExt cx="2304000" cy="2304000"/>
            </a:xfrm>
          </p:grpSpPr>
          <p:sp>
            <p:nvSpPr>
              <p:cNvPr id="15" name="Rectangle : coins arrondis 14">
                <a:extLst>
                  <a:ext uri="{FF2B5EF4-FFF2-40B4-BE49-F238E27FC236}">
                    <a16:creationId xmlns:a16="http://schemas.microsoft.com/office/drawing/2014/main" id="{DBE0DEC9-2906-3446-0AED-ED58093910B9}"/>
                  </a:ext>
                </a:extLst>
              </p:cNvPr>
              <p:cNvSpPr/>
              <p:nvPr/>
            </p:nvSpPr>
            <p:spPr>
              <a:xfrm>
                <a:off x="2843868" y="1551963"/>
                <a:ext cx="2304000" cy="2304000"/>
              </a:xfrm>
              <a:prstGeom prst="roundRect">
                <a:avLst/>
              </a:prstGeom>
              <a:ln w="101600"/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28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lonna MT" panose="04020805060202030203" pitchFamily="82" charset="0"/>
                  <a:ea typeface="+mn-ea"/>
                  <a:cs typeface="+mn-cs"/>
                </a:endParaRPr>
              </a:p>
            </p:txBody>
          </p:sp>
          <p:grpSp>
            <p:nvGrpSpPr>
              <p:cNvPr id="16" name="Groupe 15">
                <a:extLst>
                  <a:ext uri="{FF2B5EF4-FFF2-40B4-BE49-F238E27FC236}">
                    <a16:creationId xmlns:a16="http://schemas.microsoft.com/office/drawing/2014/main" id="{B8B7098E-8294-67B2-3440-AD9CD7E6BBF3}"/>
                  </a:ext>
                </a:extLst>
              </p:cNvPr>
              <p:cNvGrpSpPr/>
              <p:nvPr/>
            </p:nvGrpSpPr>
            <p:grpSpPr>
              <a:xfrm>
                <a:off x="3388587" y="2023187"/>
                <a:ext cx="1221517" cy="1372648"/>
                <a:chOff x="1011860" y="1440096"/>
                <a:chExt cx="1392742" cy="159407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6BEC55E4-9FA7-43FB-017D-7835A83F4F80}"/>
                    </a:ext>
                  </a:extLst>
                </p:cNvPr>
                <p:cNvSpPr/>
                <p:nvPr/>
              </p:nvSpPr>
              <p:spPr>
                <a:xfrm rot="8100000">
                  <a:off x="1011860" y="1440096"/>
                  <a:ext cx="694974" cy="285751"/>
                </a:xfrm>
                <a:prstGeom prst="rect">
                  <a:avLst/>
                </a:prstGeom>
                <a:solidFill>
                  <a:schemeClr val="bg1"/>
                </a:solidFill>
                <a:ln w="508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C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177F323E-0319-3515-079B-9954C4583BF0}"/>
                    </a:ext>
                  </a:extLst>
                </p:cNvPr>
                <p:cNvSpPr/>
                <p:nvPr/>
              </p:nvSpPr>
              <p:spPr>
                <a:xfrm rot="2700000">
                  <a:off x="1099899" y="2187416"/>
                  <a:ext cx="1407751" cy="285749"/>
                </a:xfrm>
                <a:prstGeom prst="rect">
                  <a:avLst/>
                </a:prstGeom>
                <a:solidFill>
                  <a:schemeClr val="bg1"/>
                </a:solidFill>
                <a:ln w="508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5FB0E8EC-9AAE-0AFF-CB45-F2813BF758D8}"/>
                    </a:ext>
                  </a:extLst>
                </p:cNvPr>
                <p:cNvSpPr/>
                <p:nvPr/>
              </p:nvSpPr>
              <p:spPr>
                <a:xfrm rot="18900000">
                  <a:off x="1703321" y="2740369"/>
                  <a:ext cx="701281" cy="285750"/>
                </a:xfrm>
                <a:prstGeom prst="rect">
                  <a:avLst/>
                </a:prstGeom>
                <a:solidFill>
                  <a:schemeClr val="bg1"/>
                </a:solidFill>
                <a:ln w="508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C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1" name="Rectangle : avec coin arrondi et coin rogné en haut 10">
              <a:extLst>
                <a:ext uri="{FF2B5EF4-FFF2-40B4-BE49-F238E27FC236}">
                  <a16:creationId xmlns:a16="http://schemas.microsoft.com/office/drawing/2014/main" id="{64C37EA3-D2C6-E02C-D0AD-DC5236AAE09B}"/>
                </a:ext>
              </a:extLst>
            </p:cNvPr>
            <p:cNvSpPr/>
            <p:nvPr/>
          </p:nvSpPr>
          <p:spPr>
            <a:xfrm rot="2700000" flipV="1">
              <a:off x="3352004" y="3322506"/>
              <a:ext cx="853200" cy="252000"/>
            </a:xfrm>
            <a:prstGeom prst="snipRoundRect">
              <a:avLst>
                <a:gd name="adj1" fmla="val 0"/>
                <a:gd name="adj2" fmla="val 50000"/>
              </a:avLst>
            </a:prstGeom>
            <a:solidFill>
              <a:schemeClr val="bg1"/>
            </a:solidFill>
            <a:ln w="508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CA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 : avec coin arrondi et coin rogné en haut 13">
              <a:extLst>
                <a:ext uri="{FF2B5EF4-FFF2-40B4-BE49-F238E27FC236}">
                  <a16:creationId xmlns:a16="http://schemas.microsoft.com/office/drawing/2014/main" id="{3021C1B7-7B2A-C369-EB26-35755FBD4E8D}"/>
                </a:ext>
              </a:extLst>
            </p:cNvPr>
            <p:cNvSpPr/>
            <p:nvPr/>
          </p:nvSpPr>
          <p:spPr>
            <a:xfrm rot="2700000" flipH="1">
              <a:off x="3785982" y="2016567"/>
              <a:ext cx="853200" cy="252000"/>
            </a:xfrm>
            <a:prstGeom prst="snipRoundRect">
              <a:avLst>
                <a:gd name="adj1" fmla="val 0"/>
                <a:gd name="adj2" fmla="val 50000"/>
              </a:avLst>
            </a:prstGeom>
            <a:solidFill>
              <a:schemeClr val="bg1"/>
            </a:solidFill>
            <a:ln w="508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CA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3587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621E58B0-AE6C-F265-9578-99CB396C5307}"/>
              </a:ext>
            </a:extLst>
          </p:cNvPr>
          <p:cNvSpPr/>
          <p:nvPr/>
        </p:nvSpPr>
        <p:spPr>
          <a:xfrm>
            <a:off x="3615447" y="296302"/>
            <a:ext cx="2589530" cy="2637534"/>
          </a:xfrm>
          <a:prstGeom prst="roundRect">
            <a:avLst/>
          </a:prstGeom>
          <a:solidFill>
            <a:srgbClr val="8FAADC"/>
          </a:solidFill>
          <a:ln w="136525">
            <a:solidFill>
              <a:srgbClr val="2F528F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tIns="144000" bIns="0" rtlCol="0" anchor="ctr"/>
          <a:lstStyle/>
          <a:p>
            <a:pPr algn="ctr"/>
            <a:r>
              <a:rPr lang="fr-CA" sz="22000" dirty="0">
                <a:ln w="114300">
                  <a:solidFill>
                    <a:srgbClr val="2F528F"/>
                  </a:solidFill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5565991-4BF6-77B5-354C-37ED22A11C1C}"/>
              </a:ext>
            </a:extLst>
          </p:cNvPr>
          <p:cNvSpPr/>
          <p:nvPr/>
        </p:nvSpPr>
        <p:spPr>
          <a:xfrm>
            <a:off x="6963331" y="296302"/>
            <a:ext cx="2589530" cy="2637534"/>
          </a:xfrm>
          <a:prstGeom prst="roundRect">
            <a:avLst/>
          </a:prstGeom>
          <a:solidFill>
            <a:srgbClr val="ABD190"/>
          </a:solidFill>
          <a:ln w="136525">
            <a:solidFill>
              <a:srgbClr val="578238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tIns="144000" bIns="0" rtlCol="0" anchor="ctr"/>
          <a:lstStyle/>
          <a:p>
            <a:pPr algn="ctr"/>
            <a:r>
              <a:rPr lang="fr-CA" sz="22000" dirty="0">
                <a:ln w="114300">
                  <a:solidFill>
                    <a:srgbClr val="578238"/>
                  </a:solidFill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FCEB714-865F-0EC3-4477-A6902591A7D8}"/>
              </a:ext>
            </a:extLst>
          </p:cNvPr>
          <p:cNvSpPr/>
          <p:nvPr/>
        </p:nvSpPr>
        <p:spPr>
          <a:xfrm>
            <a:off x="267563" y="296302"/>
            <a:ext cx="2589530" cy="2637534"/>
          </a:xfrm>
          <a:prstGeom prst="roundRect">
            <a:avLst/>
          </a:prstGeom>
          <a:solidFill>
            <a:srgbClr val="EEB386"/>
          </a:solidFill>
          <a:ln w="136525">
            <a:solidFill>
              <a:srgbClr val="BE5E1F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tIns="144000" bIns="0" rtlCol="0" anchor="ctr"/>
          <a:lstStyle/>
          <a:p>
            <a:pPr algn="ctr"/>
            <a:r>
              <a:rPr lang="fr-CA" sz="22000" dirty="0">
                <a:ln w="114300">
                  <a:solidFill>
                    <a:srgbClr val="BE5E1F"/>
                  </a:solidFill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F91379BB-3CF4-CFBE-9317-534D9B5B9F70}"/>
              </a:ext>
            </a:extLst>
          </p:cNvPr>
          <p:cNvSpPr/>
          <p:nvPr/>
        </p:nvSpPr>
        <p:spPr>
          <a:xfrm>
            <a:off x="267563" y="3672192"/>
            <a:ext cx="2589530" cy="2637534"/>
          </a:xfrm>
          <a:prstGeom prst="roundRect">
            <a:avLst/>
          </a:prstGeom>
          <a:solidFill>
            <a:srgbClr val="C6A0FE"/>
          </a:solidFill>
          <a:ln w="136525">
            <a:solidFill>
              <a:srgbClr val="7030A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tIns="144000" bIns="0" rtlCol="0" anchor="ctr"/>
          <a:lstStyle/>
          <a:p>
            <a:pPr algn="ctr"/>
            <a:r>
              <a:rPr lang="fr-CA" sz="20000" dirty="0">
                <a:ln w="114300">
                  <a:solidFill>
                    <a:srgbClr val="7030A0"/>
                  </a:solidFill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2252349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B78C5-4D5C-EA08-F2AC-E25BDF008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>
            <a:extLst>
              <a:ext uri="{FF2B5EF4-FFF2-40B4-BE49-F238E27FC236}">
                <a16:creationId xmlns:a16="http://schemas.microsoft.com/office/drawing/2014/main" id="{693AD600-3D3C-B300-3883-F05DA28734F3}"/>
              </a:ext>
            </a:extLst>
          </p:cNvPr>
          <p:cNvGrpSpPr/>
          <p:nvPr/>
        </p:nvGrpSpPr>
        <p:grpSpPr>
          <a:xfrm>
            <a:off x="189578" y="207092"/>
            <a:ext cx="2517058" cy="2517058"/>
            <a:chOff x="1455174" y="934065"/>
            <a:chExt cx="4041058" cy="4041058"/>
          </a:xfrm>
        </p:grpSpPr>
        <p:sp>
          <p:nvSpPr>
            <p:cNvPr id="2" name="Ellipse 1">
              <a:extLst>
                <a:ext uri="{FF2B5EF4-FFF2-40B4-BE49-F238E27FC236}">
                  <a16:creationId xmlns:a16="http://schemas.microsoft.com/office/drawing/2014/main" id="{39586C24-33B4-E1B4-9A29-C63F88BE24B0}"/>
                </a:ext>
              </a:extLst>
            </p:cNvPr>
            <p:cNvSpPr/>
            <p:nvPr/>
          </p:nvSpPr>
          <p:spPr>
            <a:xfrm>
              <a:off x="1455174" y="934065"/>
              <a:ext cx="4041058" cy="4041058"/>
            </a:xfrm>
            <a:prstGeom prst="ellipse">
              <a:avLst/>
            </a:prstGeom>
            <a:solidFill>
              <a:srgbClr val="E32E3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3" name="Signe de multiplication 2">
              <a:extLst>
                <a:ext uri="{FF2B5EF4-FFF2-40B4-BE49-F238E27FC236}">
                  <a16:creationId xmlns:a16="http://schemas.microsoft.com/office/drawing/2014/main" id="{1F363322-1CA4-315F-BA6E-52D818A46DBE}"/>
                </a:ext>
              </a:extLst>
            </p:cNvPr>
            <p:cNvSpPr/>
            <p:nvPr/>
          </p:nvSpPr>
          <p:spPr>
            <a:xfrm>
              <a:off x="1455174" y="934065"/>
              <a:ext cx="4041058" cy="4041058"/>
            </a:xfrm>
            <a:prstGeom prst="mathMultiply">
              <a:avLst>
                <a:gd name="adj1" fmla="val 14666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sp>
        <p:nvSpPr>
          <p:cNvPr id="10" name="Signe de multiplication 9">
            <a:extLst>
              <a:ext uri="{FF2B5EF4-FFF2-40B4-BE49-F238E27FC236}">
                <a16:creationId xmlns:a16="http://schemas.microsoft.com/office/drawing/2014/main" id="{E47DB201-CE1F-0830-A5A1-C9418AD0CFF1}"/>
              </a:ext>
            </a:extLst>
          </p:cNvPr>
          <p:cNvSpPr/>
          <p:nvPr/>
        </p:nvSpPr>
        <p:spPr>
          <a:xfrm>
            <a:off x="0" y="4462968"/>
            <a:ext cx="2695575" cy="2695575"/>
          </a:xfrm>
          <a:prstGeom prst="mathMultiply">
            <a:avLst>
              <a:gd name="adj1" fmla="val 6912"/>
            </a:avLst>
          </a:prstGeom>
          <a:solidFill>
            <a:srgbClr val="E32E36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9C6CC8B6-4818-3643-5D50-63C2BE16A679}"/>
              </a:ext>
            </a:extLst>
          </p:cNvPr>
          <p:cNvSpPr/>
          <p:nvPr/>
        </p:nvSpPr>
        <p:spPr>
          <a:xfrm>
            <a:off x="3104228" y="207092"/>
            <a:ext cx="2517058" cy="2517058"/>
          </a:xfrm>
          <a:prstGeom prst="ellipse">
            <a:avLst/>
          </a:prstGeom>
          <a:solidFill>
            <a:srgbClr val="8FAA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0" b="1" dirty="0">
                <a:ln>
                  <a:solidFill>
                    <a:schemeClr val="tx1"/>
                  </a:solidFill>
                </a:ln>
              </a:rPr>
              <a:t>i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3AF3F598-E73C-06EF-6254-C3C9FB59DC96}"/>
              </a:ext>
            </a:extLst>
          </p:cNvPr>
          <p:cNvSpPr/>
          <p:nvPr/>
        </p:nvSpPr>
        <p:spPr>
          <a:xfrm>
            <a:off x="6096000" y="207092"/>
            <a:ext cx="2517058" cy="251705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52000" rIns="252000" rtlCol="0" anchor="ctr"/>
          <a:lstStyle/>
          <a:p>
            <a:pPr algn="ctr"/>
            <a:r>
              <a:rPr lang="en-CA" sz="14000" dirty="0">
                <a:ln w="12700">
                  <a:solidFill>
                    <a:schemeClr val="tx1"/>
                  </a:solidFill>
                </a:ln>
              </a:rPr>
              <a:t>✔️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D061BD51-D96F-AFAB-6693-0AF319BFA7A4}"/>
              </a:ext>
            </a:extLst>
          </p:cNvPr>
          <p:cNvSpPr/>
          <p:nvPr/>
        </p:nvSpPr>
        <p:spPr>
          <a:xfrm>
            <a:off x="8048134" y="4943981"/>
            <a:ext cx="1733550" cy="1733550"/>
          </a:xfrm>
          <a:prstGeom prst="roundRect">
            <a:avLst/>
          </a:prstGeom>
          <a:solidFill>
            <a:srgbClr val="FF0000"/>
          </a:solidFill>
          <a:ln w="139700">
            <a:solidFill>
              <a:srgbClr val="C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F13F79CC-A472-131E-ED61-76629ED50938}"/>
              </a:ext>
            </a:extLst>
          </p:cNvPr>
          <p:cNvSpPr/>
          <p:nvPr/>
        </p:nvSpPr>
        <p:spPr>
          <a:xfrm>
            <a:off x="5796265" y="4943981"/>
            <a:ext cx="1733550" cy="1733550"/>
          </a:xfrm>
          <a:prstGeom prst="roundRect">
            <a:avLst/>
          </a:prstGeom>
          <a:solidFill>
            <a:srgbClr val="FFFF00"/>
          </a:solidFill>
          <a:ln w="139700">
            <a:solidFill>
              <a:srgbClr val="F2E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053EE9B4-3A0A-42CA-F578-0956D8F2FFA6}"/>
              </a:ext>
            </a:extLst>
          </p:cNvPr>
          <p:cNvSpPr/>
          <p:nvPr/>
        </p:nvSpPr>
        <p:spPr>
          <a:xfrm>
            <a:off x="10300003" y="4943981"/>
            <a:ext cx="1733550" cy="1733550"/>
          </a:xfrm>
          <a:prstGeom prst="roundRect">
            <a:avLst/>
          </a:prstGeom>
          <a:solidFill>
            <a:srgbClr val="4EA72E"/>
          </a:solidFill>
          <a:ln w="139700">
            <a:solidFill>
              <a:srgbClr val="3B7C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4681F7E5-A3DB-1479-3EEA-0D1191E58396}"/>
              </a:ext>
            </a:extLst>
          </p:cNvPr>
          <p:cNvSpPr/>
          <p:nvPr/>
        </p:nvSpPr>
        <p:spPr>
          <a:xfrm>
            <a:off x="3104228" y="2978498"/>
            <a:ext cx="2517058" cy="2517058"/>
          </a:xfrm>
          <a:prstGeom prst="ellipse">
            <a:avLst/>
          </a:prstGeom>
          <a:solidFill>
            <a:srgbClr val="8FAA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fr-CA" sz="1000" b="1" dirty="0">
                <a:ln>
                  <a:solidFill>
                    <a:schemeClr val="tx1"/>
                  </a:solidFill>
                </a:ln>
                <a:latin typeface="Aptos Display" panose="020B0004020202020204" pitchFamily="34" charset="0"/>
                <a:ea typeface="Noto Serif" panose="02020502060505020204" pitchFamily="18"/>
                <a:cs typeface="Noto Serif" panose="02020502060505020204" pitchFamily="18"/>
              </a:rPr>
              <a:t>  </a:t>
            </a:r>
            <a:r>
              <a:rPr lang="fr-CA" sz="22000" b="1" dirty="0">
                <a:ln>
                  <a:solidFill>
                    <a:schemeClr val="tx1"/>
                  </a:solidFill>
                </a:ln>
                <a:latin typeface="Aptos Display" panose="020B0004020202020204" pitchFamily="34" charset="0"/>
                <a:ea typeface="Noto Serif" panose="02020502060505020204" pitchFamily="18"/>
                <a:cs typeface="Noto Serif" panose="02020502060505020204" pitchFamily="18"/>
              </a:rPr>
              <a:t>?</a:t>
            </a: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C5B4C247-3847-3F10-A4F8-C80227234CDC}"/>
              </a:ext>
            </a:extLst>
          </p:cNvPr>
          <p:cNvGrpSpPr/>
          <p:nvPr/>
        </p:nvGrpSpPr>
        <p:grpSpPr>
          <a:xfrm>
            <a:off x="9006834" y="200778"/>
            <a:ext cx="2777720" cy="2777720"/>
            <a:chOff x="8997309" y="200778"/>
            <a:chExt cx="2777720" cy="2777720"/>
          </a:xfrm>
        </p:grpSpPr>
        <p:grpSp>
          <p:nvGrpSpPr>
            <p:cNvPr id="29" name="Groupe 28">
              <a:extLst>
                <a:ext uri="{FF2B5EF4-FFF2-40B4-BE49-F238E27FC236}">
                  <a16:creationId xmlns:a16="http://schemas.microsoft.com/office/drawing/2014/main" id="{12EE8B98-EEF8-CCE5-0D51-D895F540A755}"/>
                </a:ext>
              </a:extLst>
            </p:cNvPr>
            <p:cNvGrpSpPr/>
            <p:nvPr/>
          </p:nvGrpSpPr>
          <p:grpSpPr>
            <a:xfrm>
              <a:off x="8997309" y="200778"/>
              <a:ext cx="2777720" cy="2777720"/>
              <a:chOff x="3383431" y="2921592"/>
              <a:chExt cx="2424516" cy="2424516"/>
            </a:xfrm>
            <a:solidFill>
              <a:srgbClr val="FFFF00"/>
            </a:solidFill>
          </p:grpSpPr>
          <p:pic>
            <p:nvPicPr>
              <p:cNvPr id="27" name="Graphique 26" descr="Avertissement avec un remplissage uni">
                <a:extLst>
                  <a:ext uri="{FF2B5EF4-FFF2-40B4-BE49-F238E27FC236}">
                    <a16:creationId xmlns:a16="http://schemas.microsoft.com/office/drawing/2014/main" id="{7DBC9AD3-EEB1-92A9-8507-1F45E198B2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3383431" y="2921592"/>
                <a:ext cx="2424516" cy="2424516"/>
              </a:xfrm>
              <a:prstGeom prst="rect">
                <a:avLst/>
              </a:prstGeom>
            </p:spPr>
          </p:pic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73E535D-6BDD-73EF-A37A-7C2B2DAA8686}"/>
                  </a:ext>
                </a:extLst>
              </p:cNvPr>
              <p:cNvSpPr/>
              <p:nvPr/>
            </p:nvSpPr>
            <p:spPr>
              <a:xfrm>
                <a:off x="4392735" y="3516277"/>
                <a:ext cx="400327" cy="1427704"/>
              </a:xfrm>
              <a:prstGeom prst="rect">
                <a:avLst/>
              </a:prstGeom>
              <a:noFill/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 dirty="0"/>
              </a:p>
            </p:txBody>
          </p:sp>
        </p:grpSp>
        <p:sp>
          <p:nvSpPr>
            <p:cNvPr id="20" name="Rectangle : coins arrondis 19">
              <a:extLst>
                <a:ext uri="{FF2B5EF4-FFF2-40B4-BE49-F238E27FC236}">
                  <a16:creationId xmlns:a16="http://schemas.microsoft.com/office/drawing/2014/main" id="{EB5F34E0-1237-910E-8D3A-42F7430DF70E}"/>
                </a:ext>
              </a:extLst>
            </p:cNvPr>
            <p:cNvSpPr/>
            <p:nvPr/>
          </p:nvSpPr>
          <p:spPr>
            <a:xfrm>
              <a:off x="10188300" y="882097"/>
              <a:ext cx="389344" cy="1635692"/>
            </a:xfrm>
            <a:prstGeom prst="roundRect">
              <a:avLst>
                <a:gd name="adj" fmla="val 0"/>
              </a:avLst>
            </a:prstGeom>
            <a:solidFill>
              <a:srgbClr val="FFFF00"/>
            </a:solidFill>
            <a:ln w="139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3DDBB0D9-9C0C-713F-1CFF-2BA2919449C4}"/>
                </a:ext>
              </a:extLst>
            </p:cNvPr>
            <p:cNvSpPr/>
            <p:nvPr/>
          </p:nvSpPr>
          <p:spPr>
            <a:xfrm>
              <a:off x="10261986" y="2145249"/>
              <a:ext cx="248366" cy="248445"/>
            </a:xfrm>
            <a:prstGeom prst="roundRect">
              <a:avLst>
                <a:gd name="adj" fmla="val 33334"/>
              </a:avLst>
            </a:prstGeom>
            <a:solidFill>
              <a:schemeClr val="bg1">
                <a:lumMod val="95000"/>
              </a:schemeClr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" name="Rectangle : avec coins rognés en haut 10">
              <a:extLst>
                <a:ext uri="{FF2B5EF4-FFF2-40B4-BE49-F238E27FC236}">
                  <a16:creationId xmlns:a16="http://schemas.microsoft.com/office/drawing/2014/main" id="{33945E3D-D3B3-9AEE-DFD7-22DAE87AD36F}"/>
                </a:ext>
              </a:extLst>
            </p:cNvPr>
            <p:cNvSpPr/>
            <p:nvPr/>
          </p:nvSpPr>
          <p:spPr>
            <a:xfrm rot="10800000">
              <a:off x="10261986" y="954073"/>
              <a:ext cx="248366" cy="992616"/>
            </a:xfrm>
            <a:prstGeom prst="snip2SameRect">
              <a:avLst>
                <a:gd name="adj1" fmla="val 24126"/>
                <a:gd name="adj2" fmla="val 12622"/>
              </a:avLst>
            </a:prstGeom>
            <a:solidFill>
              <a:schemeClr val="bg1">
                <a:lumMod val="95000"/>
              </a:schemeClr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1397362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e 71">
            <a:extLst>
              <a:ext uri="{FF2B5EF4-FFF2-40B4-BE49-F238E27FC236}">
                <a16:creationId xmlns:a16="http://schemas.microsoft.com/office/drawing/2014/main" id="{79E12859-FD5A-6C70-1D34-72AC35F4E375}"/>
              </a:ext>
            </a:extLst>
          </p:cNvPr>
          <p:cNvGrpSpPr/>
          <p:nvPr/>
        </p:nvGrpSpPr>
        <p:grpSpPr>
          <a:xfrm>
            <a:off x="91793" y="8212"/>
            <a:ext cx="3239290" cy="3394191"/>
            <a:chOff x="236002" y="1"/>
            <a:chExt cx="3427047" cy="3590926"/>
          </a:xfrm>
        </p:grpSpPr>
        <p:grpSp>
          <p:nvGrpSpPr>
            <p:cNvPr id="65" name="Groupe 64">
              <a:extLst>
                <a:ext uri="{FF2B5EF4-FFF2-40B4-BE49-F238E27FC236}">
                  <a16:creationId xmlns:a16="http://schemas.microsoft.com/office/drawing/2014/main" id="{D9E835DB-08A3-9D74-F105-96BB5E582AF3}"/>
                </a:ext>
              </a:extLst>
            </p:cNvPr>
            <p:cNvGrpSpPr/>
            <p:nvPr/>
          </p:nvGrpSpPr>
          <p:grpSpPr>
            <a:xfrm>
              <a:off x="236002" y="749340"/>
              <a:ext cx="3427047" cy="2106533"/>
              <a:chOff x="236002" y="749340"/>
              <a:chExt cx="3427047" cy="2106533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E7F7327-F315-EFC5-F06F-B9A53D5B8877}"/>
                  </a:ext>
                </a:extLst>
              </p:cNvPr>
              <p:cNvSpPr/>
              <p:nvPr/>
            </p:nvSpPr>
            <p:spPr>
              <a:xfrm>
                <a:off x="236002" y="749340"/>
                <a:ext cx="3427047" cy="2106533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155575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cxnSp>
            <p:nvCxnSpPr>
              <p:cNvPr id="18" name="Connecteur droit 17">
                <a:extLst>
                  <a:ext uri="{FF2B5EF4-FFF2-40B4-BE49-F238E27FC236}">
                    <a16:creationId xmlns:a16="http://schemas.microsoft.com/office/drawing/2014/main" id="{E10E66B7-E090-4FEF-12D8-051513D3B4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9985" y="1303217"/>
                <a:ext cx="950380" cy="950380"/>
              </a:xfrm>
              <a:prstGeom prst="line">
                <a:avLst/>
              </a:prstGeom>
              <a:ln w="228600" cap="rnd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onnecteur droit 18">
                <a:extLst>
                  <a:ext uri="{FF2B5EF4-FFF2-40B4-BE49-F238E27FC236}">
                    <a16:creationId xmlns:a16="http://schemas.microsoft.com/office/drawing/2014/main" id="{CE19F0CC-E8FD-48CA-DA0D-6DAE2182F8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490366" y="1303217"/>
                <a:ext cx="1007289" cy="1183707"/>
              </a:xfrm>
              <a:prstGeom prst="line">
                <a:avLst/>
              </a:prstGeom>
              <a:ln w="228600" cap="rnd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necteur droit 21">
                <a:extLst>
                  <a:ext uri="{FF2B5EF4-FFF2-40B4-BE49-F238E27FC236}">
                    <a16:creationId xmlns:a16="http://schemas.microsoft.com/office/drawing/2014/main" id="{C491D9D8-EFB0-238E-FC13-269C3DFDB1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97655" y="1303217"/>
                <a:ext cx="904853" cy="1183707"/>
              </a:xfrm>
              <a:prstGeom prst="line">
                <a:avLst/>
              </a:prstGeom>
              <a:ln w="228600" cap="rnd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e 63">
              <a:extLst>
                <a:ext uri="{FF2B5EF4-FFF2-40B4-BE49-F238E27FC236}">
                  <a16:creationId xmlns:a16="http://schemas.microsoft.com/office/drawing/2014/main" id="{C324B8FF-C21B-CFF2-FD3E-E4D15C3C2B37}"/>
                </a:ext>
              </a:extLst>
            </p:cNvPr>
            <p:cNvGrpSpPr/>
            <p:nvPr/>
          </p:nvGrpSpPr>
          <p:grpSpPr>
            <a:xfrm>
              <a:off x="1404492" y="1"/>
              <a:ext cx="1006681" cy="3590926"/>
              <a:chOff x="1404492" y="1"/>
              <a:chExt cx="1006681" cy="3590926"/>
            </a:xfrm>
          </p:grpSpPr>
          <p:sp>
            <p:nvSpPr>
              <p:cNvPr id="26" name="Rectangle : coins arrondis 25">
                <a:extLst>
                  <a:ext uri="{FF2B5EF4-FFF2-40B4-BE49-F238E27FC236}">
                    <a16:creationId xmlns:a16="http://schemas.microsoft.com/office/drawing/2014/main" id="{D88C88DB-03D5-4C12-8AD3-3A19D1026A6B}"/>
                  </a:ext>
                </a:extLst>
              </p:cNvPr>
              <p:cNvSpPr/>
              <p:nvPr/>
            </p:nvSpPr>
            <p:spPr>
              <a:xfrm>
                <a:off x="1744017" y="790512"/>
                <a:ext cx="338202" cy="2024189"/>
              </a:xfrm>
              <a:prstGeom prst="round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sp>
            <p:nvSpPr>
              <p:cNvPr id="27" name="Triangle isocèle 26">
                <a:extLst>
                  <a:ext uri="{FF2B5EF4-FFF2-40B4-BE49-F238E27FC236}">
                    <a16:creationId xmlns:a16="http://schemas.microsoft.com/office/drawing/2014/main" id="{D0B9D506-D848-6EF5-52CE-C39F664D48C4}"/>
                  </a:ext>
                </a:extLst>
              </p:cNvPr>
              <p:cNvSpPr/>
              <p:nvPr/>
            </p:nvSpPr>
            <p:spPr>
              <a:xfrm rot="10800000">
                <a:off x="1404494" y="1"/>
                <a:ext cx="1006679" cy="867827"/>
              </a:xfrm>
              <a:prstGeom prst="triangl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sp>
            <p:nvSpPr>
              <p:cNvPr id="31" name="Triangle isocèle 30">
                <a:extLst>
                  <a:ext uri="{FF2B5EF4-FFF2-40B4-BE49-F238E27FC236}">
                    <a16:creationId xmlns:a16="http://schemas.microsoft.com/office/drawing/2014/main" id="{A421486A-CA17-8A71-6B8A-C3DE338CF71D}"/>
                  </a:ext>
                </a:extLst>
              </p:cNvPr>
              <p:cNvSpPr/>
              <p:nvPr/>
            </p:nvSpPr>
            <p:spPr>
              <a:xfrm>
                <a:off x="1404492" y="2723100"/>
                <a:ext cx="1006679" cy="867827"/>
              </a:xfrm>
              <a:prstGeom prst="triangl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</p:grpSp>
      </p:grp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850C2CAD-454B-F8C2-7268-046E7CA4799C}"/>
              </a:ext>
            </a:extLst>
          </p:cNvPr>
          <p:cNvGrpSpPr/>
          <p:nvPr/>
        </p:nvGrpSpPr>
        <p:grpSpPr>
          <a:xfrm>
            <a:off x="8468316" y="3627785"/>
            <a:ext cx="3165885" cy="3237792"/>
            <a:chOff x="261257" y="140364"/>
            <a:chExt cx="6376623" cy="6577272"/>
          </a:xfrm>
        </p:grpSpPr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5FF9DEAD-EEB5-123E-4090-65F80416DF24}"/>
                </a:ext>
              </a:extLst>
            </p:cNvPr>
            <p:cNvGrpSpPr/>
            <p:nvPr/>
          </p:nvGrpSpPr>
          <p:grpSpPr>
            <a:xfrm>
              <a:off x="363824" y="310239"/>
              <a:ext cx="4052088" cy="3163457"/>
              <a:chOff x="2157699" y="895360"/>
              <a:chExt cx="4052088" cy="3163457"/>
            </a:xfrm>
          </p:grpSpPr>
          <p:sp>
            <p:nvSpPr>
              <p:cNvPr id="49" name="Ellipse 48">
                <a:extLst>
                  <a:ext uri="{FF2B5EF4-FFF2-40B4-BE49-F238E27FC236}">
                    <a16:creationId xmlns:a16="http://schemas.microsoft.com/office/drawing/2014/main" id="{FD806755-4480-BC20-30BF-80DBEE0FAE43}"/>
                  </a:ext>
                </a:extLst>
              </p:cNvPr>
              <p:cNvSpPr/>
              <p:nvPr/>
            </p:nvSpPr>
            <p:spPr>
              <a:xfrm>
                <a:off x="2157699" y="895360"/>
                <a:ext cx="2654300" cy="2654300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19367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sp>
            <p:nvSpPr>
              <p:cNvPr id="50" name="Rectangle : coins arrondis 49">
                <a:extLst>
                  <a:ext uri="{FF2B5EF4-FFF2-40B4-BE49-F238E27FC236}">
                    <a16:creationId xmlns:a16="http://schemas.microsoft.com/office/drawing/2014/main" id="{C210347A-8238-18B3-F4B6-184362039960}"/>
                  </a:ext>
                </a:extLst>
              </p:cNvPr>
              <p:cNvSpPr/>
              <p:nvPr/>
            </p:nvSpPr>
            <p:spPr>
              <a:xfrm rot="2510416">
                <a:off x="4093958" y="3682645"/>
                <a:ext cx="2115829" cy="376172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9207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</p:grpSp>
        <p:sp>
          <p:nvSpPr>
            <p:cNvPr id="47" name="Flèche : double flèche verticale 46">
              <a:extLst>
                <a:ext uri="{FF2B5EF4-FFF2-40B4-BE49-F238E27FC236}">
                  <a16:creationId xmlns:a16="http://schemas.microsoft.com/office/drawing/2014/main" id="{5B80C6D0-E71C-95D7-B2AC-4FFD7A0A4BD3}"/>
                </a:ext>
              </a:extLst>
            </p:cNvPr>
            <p:cNvSpPr/>
            <p:nvPr/>
          </p:nvSpPr>
          <p:spPr>
            <a:xfrm>
              <a:off x="5012280" y="140364"/>
              <a:ext cx="1625600" cy="5400000"/>
            </a:xfrm>
            <a:prstGeom prst="upDownArrow">
              <a:avLst>
                <a:gd name="adj1" fmla="val 27586"/>
                <a:gd name="adj2" fmla="val 92241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48" name="Flèche : double flèche verticale 47">
              <a:extLst>
                <a:ext uri="{FF2B5EF4-FFF2-40B4-BE49-F238E27FC236}">
                  <a16:creationId xmlns:a16="http://schemas.microsoft.com/office/drawing/2014/main" id="{AFD88A03-CF86-3672-FC03-47DB6CC662BA}"/>
                </a:ext>
              </a:extLst>
            </p:cNvPr>
            <p:cNvSpPr/>
            <p:nvPr/>
          </p:nvSpPr>
          <p:spPr>
            <a:xfrm rot="16200000">
              <a:off x="2148457" y="3204836"/>
              <a:ext cx="1625600" cy="5400000"/>
            </a:xfrm>
            <a:prstGeom prst="upDownArrow">
              <a:avLst>
                <a:gd name="adj1" fmla="val 27586"/>
                <a:gd name="adj2" fmla="val 92241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31E13435-9DB5-80A0-C9CA-666601DB49B2}"/>
              </a:ext>
            </a:extLst>
          </p:cNvPr>
          <p:cNvGrpSpPr/>
          <p:nvPr/>
        </p:nvGrpSpPr>
        <p:grpSpPr>
          <a:xfrm>
            <a:off x="8325590" y="147308"/>
            <a:ext cx="3690897" cy="3245523"/>
            <a:chOff x="8278846" y="173446"/>
            <a:chExt cx="3723995" cy="3418613"/>
          </a:xfrm>
        </p:grpSpPr>
        <p:grpSp>
          <p:nvGrpSpPr>
            <p:cNvPr id="58" name="Groupe 57">
              <a:extLst>
                <a:ext uri="{FF2B5EF4-FFF2-40B4-BE49-F238E27FC236}">
                  <a16:creationId xmlns:a16="http://schemas.microsoft.com/office/drawing/2014/main" id="{966EAD42-999A-CD36-77E7-F97F285C4B38}"/>
                </a:ext>
              </a:extLst>
            </p:cNvPr>
            <p:cNvGrpSpPr/>
            <p:nvPr/>
          </p:nvGrpSpPr>
          <p:grpSpPr>
            <a:xfrm>
              <a:off x="8469134" y="173446"/>
              <a:ext cx="2119331" cy="1654558"/>
              <a:chOff x="2157699" y="895360"/>
              <a:chExt cx="4052088" cy="3163457"/>
            </a:xfrm>
          </p:grpSpPr>
          <p:sp>
            <p:nvSpPr>
              <p:cNvPr id="61" name="Ellipse 60">
                <a:extLst>
                  <a:ext uri="{FF2B5EF4-FFF2-40B4-BE49-F238E27FC236}">
                    <a16:creationId xmlns:a16="http://schemas.microsoft.com/office/drawing/2014/main" id="{963DEDE3-B30C-6C85-A574-A2EC8B762E06}"/>
                  </a:ext>
                </a:extLst>
              </p:cNvPr>
              <p:cNvSpPr/>
              <p:nvPr/>
            </p:nvSpPr>
            <p:spPr>
              <a:xfrm>
                <a:off x="2157699" y="895360"/>
                <a:ext cx="2654300" cy="2654300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19367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sp>
            <p:nvSpPr>
              <p:cNvPr id="62" name="Rectangle : coins arrondis 61">
                <a:extLst>
                  <a:ext uri="{FF2B5EF4-FFF2-40B4-BE49-F238E27FC236}">
                    <a16:creationId xmlns:a16="http://schemas.microsoft.com/office/drawing/2014/main" id="{8347773F-3AC4-F93F-6A67-EB5E230F583C}"/>
                  </a:ext>
                </a:extLst>
              </p:cNvPr>
              <p:cNvSpPr/>
              <p:nvPr/>
            </p:nvSpPr>
            <p:spPr>
              <a:xfrm rot="2510416">
                <a:off x="4093958" y="3682645"/>
                <a:ext cx="2115829" cy="376172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9207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</p:grpSp>
        <p:sp>
          <p:nvSpPr>
            <p:cNvPr id="63" name="ZoneTexte 62">
              <a:extLst>
                <a:ext uri="{FF2B5EF4-FFF2-40B4-BE49-F238E27FC236}">
                  <a16:creationId xmlns:a16="http://schemas.microsoft.com/office/drawing/2014/main" id="{4AF3A52D-7A7B-E569-D2CC-170FD5BB3E06}"/>
                </a:ext>
              </a:extLst>
            </p:cNvPr>
            <p:cNvSpPr txBox="1"/>
            <p:nvPr/>
          </p:nvSpPr>
          <p:spPr>
            <a:xfrm>
              <a:off x="8278846" y="2124528"/>
              <a:ext cx="3723995" cy="1467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A" sz="8600" b="1" dirty="0">
                  <a:solidFill>
                    <a:srgbClr val="262626"/>
                  </a:solidFill>
                  <a:latin typeface="DejaVu Sans" panose="020B0603030804020204" pitchFamily="34" charset="0"/>
                  <a:ea typeface="DejaVu Sans" panose="020B0603030804020204" pitchFamily="34" charset="0"/>
                  <a:cs typeface="DejaVu Sans" panose="020B0603030804020204" pitchFamily="34" charset="0"/>
                </a:rPr>
                <a:t>100%</a:t>
              </a:r>
            </a:p>
          </p:txBody>
        </p:sp>
      </p:grpSp>
      <p:grpSp>
        <p:nvGrpSpPr>
          <p:cNvPr id="76" name="Groupe 75">
            <a:extLst>
              <a:ext uri="{FF2B5EF4-FFF2-40B4-BE49-F238E27FC236}">
                <a16:creationId xmlns:a16="http://schemas.microsoft.com/office/drawing/2014/main" id="{8AD8CCA5-FAA3-D3EB-18AB-4380C785EE90}"/>
              </a:ext>
            </a:extLst>
          </p:cNvPr>
          <p:cNvGrpSpPr/>
          <p:nvPr/>
        </p:nvGrpSpPr>
        <p:grpSpPr>
          <a:xfrm>
            <a:off x="76868" y="4163721"/>
            <a:ext cx="3239290" cy="1991123"/>
            <a:chOff x="236002" y="749340"/>
            <a:chExt cx="3427047" cy="2106533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809C6610-A980-C63C-2468-9891309CC22C}"/>
                </a:ext>
              </a:extLst>
            </p:cNvPr>
            <p:cNvSpPr/>
            <p:nvPr/>
          </p:nvSpPr>
          <p:spPr>
            <a:xfrm>
              <a:off x="236002" y="749340"/>
              <a:ext cx="3427047" cy="2106533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55575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cxnSp>
          <p:nvCxnSpPr>
            <p:cNvPr id="82" name="Connecteur droit 81">
              <a:extLst>
                <a:ext uri="{FF2B5EF4-FFF2-40B4-BE49-F238E27FC236}">
                  <a16:creationId xmlns:a16="http://schemas.microsoft.com/office/drawing/2014/main" id="{45B97AE1-8339-745F-A130-B2D9F9993B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985" y="1303217"/>
              <a:ext cx="950380" cy="950380"/>
            </a:xfrm>
            <a:prstGeom prst="line">
              <a:avLst/>
            </a:prstGeom>
            <a:ln w="228600" cap="rnd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eur droit 82">
              <a:extLst>
                <a:ext uri="{FF2B5EF4-FFF2-40B4-BE49-F238E27FC236}">
                  <a16:creationId xmlns:a16="http://schemas.microsoft.com/office/drawing/2014/main" id="{11E492EF-7818-8DD8-96D8-10AF0E7838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0366" y="1303217"/>
              <a:ext cx="1007289" cy="1183707"/>
            </a:xfrm>
            <a:prstGeom prst="line">
              <a:avLst/>
            </a:prstGeom>
            <a:ln w="228600" cap="rnd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eur droit 83">
              <a:extLst>
                <a:ext uri="{FF2B5EF4-FFF2-40B4-BE49-F238E27FC236}">
                  <a16:creationId xmlns:a16="http://schemas.microsoft.com/office/drawing/2014/main" id="{B62B2DCA-7DB4-E29E-6851-2C1EBE6090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7655" y="1303217"/>
              <a:ext cx="904853" cy="1183707"/>
            </a:xfrm>
            <a:prstGeom prst="line">
              <a:avLst/>
            </a:prstGeom>
            <a:ln w="228600" cap="rnd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C42F0415-6B16-44E4-A2FE-68D14232AF45}"/>
              </a:ext>
            </a:extLst>
          </p:cNvPr>
          <p:cNvGrpSpPr/>
          <p:nvPr/>
        </p:nvGrpSpPr>
        <p:grpSpPr>
          <a:xfrm>
            <a:off x="4623579" y="3534630"/>
            <a:ext cx="3222928" cy="3203558"/>
            <a:chOff x="3666018" y="3558928"/>
            <a:chExt cx="3222928" cy="3203558"/>
          </a:xfrm>
        </p:grpSpPr>
        <p:sp>
          <p:nvSpPr>
            <p:cNvPr id="90" name="Flèche : droite 89">
              <a:extLst>
                <a:ext uri="{FF2B5EF4-FFF2-40B4-BE49-F238E27FC236}">
                  <a16:creationId xmlns:a16="http://schemas.microsoft.com/office/drawing/2014/main" id="{3280F910-11E7-9521-8473-2B65F602B8B6}"/>
                </a:ext>
              </a:extLst>
            </p:cNvPr>
            <p:cNvSpPr/>
            <p:nvPr/>
          </p:nvSpPr>
          <p:spPr>
            <a:xfrm rot="16200000">
              <a:off x="3058440" y="4166506"/>
              <a:ext cx="2640937" cy="1425781"/>
            </a:xfrm>
            <a:prstGeom prst="rightArrow">
              <a:avLst/>
            </a:prstGeom>
            <a:solidFill>
              <a:srgbClr val="8E8E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dirty="0"/>
            </a:p>
          </p:txBody>
        </p:sp>
        <p:sp>
          <p:nvSpPr>
            <p:cNvPr id="87" name="Flèche : droite 86">
              <a:extLst>
                <a:ext uri="{FF2B5EF4-FFF2-40B4-BE49-F238E27FC236}">
                  <a16:creationId xmlns:a16="http://schemas.microsoft.com/office/drawing/2014/main" id="{5BF98113-4FDD-F5BF-8BD8-51AA056BEF38}"/>
                </a:ext>
              </a:extLst>
            </p:cNvPr>
            <p:cNvSpPr/>
            <p:nvPr/>
          </p:nvSpPr>
          <p:spPr>
            <a:xfrm>
              <a:off x="4021994" y="5454358"/>
              <a:ext cx="2866952" cy="1308128"/>
            </a:xfrm>
            <a:prstGeom prst="rightArrow">
              <a:avLst/>
            </a:prstGeom>
            <a:solidFill>
              <a:srgbClr val="8E8E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984F371-DFAA-E2D9-6772-D32AB5A0585F}"/>
              </a:ext>
            </a:extLst>
          </p:cNvPr>
          <p:cNvGrpSpPr/>
          <p:nvPr/>
        </p:nvGrpSpPr>
        <p:grpSpPr>
          <a:xfrm>
            <a:off x="3795554" y="34809"/>
            <a:ext cx="3239290" cy="3394190"/>
            <a:chOff x="236002" y="1"/>
            <a:chExt cx="3427047" cy="3590925"/>
          </a:xfrm>
        </p:grpSpPr>
        <p:grpSp>
          <p:nvGrpSpPr>
            <p:cNvPr id="17" name="Groupe 16">
              <a:extLst>
                <a:ext uri="{FF2B5EF4-FFF2-40B4-BE49-F238E27FC236}">
                  <a16:creationId xmlns:a16="http://schemas.microsoft.com/office/drawing/2014/main" id="{749E1C48-047B-3AE2-8266-EAEA136B8B15}"/>
                </a:ext>
              </a:extLst>
            </p:cNvPr>
            <p:cNvGrpSpPr/>
            <p:nvPr/>
          </p:nvGrpSpPr>
          <p:grpSpPr>
            <a:xfrm>
              <a:off x="236002" y="749340"/>
              <a:ext cx="3427047" cy="2106533"/>
              <a:chOff x="236002" y="749340"/>
              <a:chExt cx="3427047" cy="2106533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90E8F38-CA66-CC40-89D6-BCFD36D9C211}"/>
                  </a:ext>
                </a:extLst>
              </p:cNvPr>
              <p:cNvSpPr/>
              <p:nvPr/>
            </p:nvSpPr>
            <p:spPr>
              <a:xfrm>
                <a:off x="236002" y="749340"/>
                <a:ext cx="3427047" cy="2106533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155575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cxnSp>
            <p:nvCxnSpPr>
              <p:cNvPr id="29" name="Connecteur droit 28">
                <a:extLst>
                  <a:ext uri="{FF2B5EF4-FFF2-40B4-BE49-F238E27FC236}">
                    <a16:creationId xmlns:a16="http://schemas.microsoft.com/office/drawing/2014/main" id="{999E6545-D13D-9BBA-37A2-3F18C32A3BB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9985" y="1303217"/>
                <a:ext cx="950380" cy="950380"/>
              </a:xfrm>
              <a:prstGeom prst="line">
                <a:avLst/>
              </a:prstGeom>
              <a:ln w="228600" cap="rnd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Connecteur droit 29">
                <a:extLst>
                  <a:ext uri="{FF2B5EF4-FFF2-40B4-BE49-F238E27FC236}">
                    <a16:creationId xmlns:a16="http://schemas.microsoft.com/office/drawing/2014/main" id="{C9E24DE9-04FF-C925-2A61-5DADAB02945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490366" y="1303217"/>
                <a:ext cx="1007289" cy="1183707"/>
              </a:xfrm>
              <a:prstGeom prst="line">
                <a:avLst/>
              </a:prstGeom>
              <a:ln w="228600" cap="rnd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necteur droit 32">
                <a:extLst>
                  <a:ext uri="{FF2B5EF4-FFF2-40B4-BE49-F238E27FC236}">
                    <a16:creationId xmlns:a16="http://schemas.microsoft.com/office/drawing/2014/main" id="{C0A98914-8736-BB5A-5402-A7155B0F49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97655" y="1303217"/>
                <a:ext cx="904853" cy="1183707"/>
              </a:xfrm>
              <a:prstGeom prst="line">
                <a:avLst/>
              </a:prstGeom>
              <a:ln w="228600" cap="rnd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E1B79E6D-01EE-E653-9546-DE5ACB3507B6}"/>
                </a:ext>
              </a:extLst>
            </p:cNvPr>
            <p:cNvGrpSpPr/>
            <p:nvPr/>
          </p:nvGrpSpPr>
          <p:grpSpPr>
            <a:xfrm>
              <a:off x="542969" y="1"/>
              <a:ext cx="1006683" cy="3590925"/>
              <a:chOff x="542969" y="1"/>
              <a:chExt cx="1006683" cy="3590925"/>
            </a:xfrm>
          </p:grpSpPr>
          <p:sp>
            <p:nvSpPr>
              <p:cNvPr id="23" name="Rectangle : coins arrondis 22">
                <a:extLst>
                  <a:ext uri="{FF2B5EF4-FFF2-40B4-BE49-F238E27FC236}">
                    <a16:creationId xmlns:a16="http://schemas.microsoft.com/office/drawing/2014/main" id="{7BEDDFD3-9CE6-541C-6BF9-CC37A6D10BC0}"/>
                  </a:ext>
                </a:extLst>
              </p:cNvPr>
              <p:cNvSpPr/>
              <p:nvPr/>
            </p:nvSpPr>
            <p:spPr>
              <a:xfrm>
                <a:off x="882495" y="790512"/>
                <a:ext cx="338202" cy="2024189"/>
              </a:xfrm>
              <a:prstGeom prst="round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sp>
            <p:nvSpPr>
              <p:cNvPr id="24" name="Triangle isocèle 23">
                <a:extLst>
                  <a:ext uri="{FF2B5EF4-FFF2-40B4-BE49-F238E27FC236}">
                    <a16:creationId xmlns:a16="http://schemas.microsoft.com/office/drawing/2014/main" id="{81A5E0D0-B9C1-1A22-A90D-87547A3DADD3}"/>
                  </a:ext>
                </a:extLst>
              </p:cNvPr>
              <p:cNvSpPr/>
              <p:nvPr/>
            </p:nvSpPr>
            <p:spPr>
              <a:xfrm rot="10800000">
                <a:off x="542973" y="1"/>
                <a:ext cx="1006679" cy="867828"/>
              </a:xfrm>
              <a:prstGeom prst="triangl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sp>
            <p:nvSpPr>
              <p:cNvPr id="25" name="Triangle isocèle 24">
                <a:extLst>
                  <a:ext uri="{FF2B5EF4-FFF2-40B4-BE49-F238E27FC236}">
                    <a16:creationId xmlns:a16="http://schemas.microsoft.com/office/drawing/2014/main" id="{174C962F-C5D7-DF86-6A8D-5B70EFABA1EC}"/>
                  </a:ext>
                </a:extLst>
              </p:cNvPr>
              <p:cNvSpPr/>
              <p:nvPr/>
            </p:nvSpPr>
            <p:spPr>
              <a:xfrm>
                <a:off x="542969" y="2723099"/>
                <a:ext cx="1006679" cy="867827"/>
              </a:xfrm>
              <a:prstGeom prst="triangl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</p:grpSp>
      </p:grp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796F9FD6-5093-85E5-E71E-FFD7010D52E9}"/>
              </a:ext>
            </a:extLst>
          </p:cNvPr>
          <p:cNvSpPr/>
          <p:nvPr/>
        </p:nvSpPr>
        <p:spPr>
          <a:xfrm>
            <a:off x="6078096" y="782010"/>
            <a:ext cx="319673" cy="191329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36" name="Triangle isocèle 35">
            <a:extLst>
              <a:ext uri="{FF2B5EF4-FFF2-40B4-BE49-F238E27FC236}">
                <a16:creationId xmlns:a16="http://schemas.microsoft.com/office/drawing/2014/main" id="{E8E6F018-9547-147E-CDDA-7AB2B5CE74B1}"/>
              </a:ext>
            </a:extLst>
          </p:cNvPr>
          <p:cNvSpPr/>
          <p:nvPr/>
        </p:nvSpPr>
        <p:spPr>
          <a:xfrm rot="10800000">
            <a:off x="5757175" y="34808"/>
            <a:ext cx="951526" cy="820282"/>
          </a:xfrm>
          <a:prstGeom prst="triangl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38" name="Triangle isocèle 37">
            <a:extLst>
              <a:ext uri="{FF2B5EF4-FFF2-40B4-BE49-F238E27FC236}">
                <a16:creationId xmlns:a16="http://schemas.microsoft.com/office/drawing/2014/main" id="{7959A00B-850D-C9AD-A793-0A1049943DB6}"/>
              </a:ext>
            </a:extLst>
          </p:cNvPr>
          <p:cNvSpPr/>
          <p:nvPr/>
        </p:nvSpPr>
        <p:spPr>
          <a:xfrm>
            <a:off x="5757173" y="2608717"/>
            <a:ext cx="951526" cy="820282"/>
          </a:xfrm>
          <a:prstGeom prst="triangl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22387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C815E8BD-2A9F-A520-BA29-3F986EA675E4}"/>
              </a:ext>
            </a:extLst>
          </p:cNvPr>
          <p:cNvGrpSpPr/>
          <p:nvPr/>
        </p:nvGrpSpPr>
        <p:grpSpPr>
          <a:xfrm>
            <a:off x="40141" y="599354"/>
            <a:ext cx="2800102" cy="1681291"/>
            <a:chOff x="40141" y="599354"/>
            <a:chExt cx="2800102" cy="1681291"/>
          </a:xfrm>
          <a:solidFill>
            <a:schemeClr val="tx1"/>
          </a:solidFill>
        </p:grpSpPr>
        <p:sp>
          <p:nvSpPr>
            <p:cNvPr id="4" name="Forme libre : forme 3">
              <a:extLst>
                <a:ext uri="{FF2B5EF4-FFF2-40B4-BE49-F238E27FC236}">
                  <a16:creationId xmlns:a16="http://schemas.microsoft.com/office/drawing/2014/main" id="{1DD473D6-E79E-198B-5E12-D922C46EAE7C}"/>
                </a:ext>
              </a:extLst>
            </p:cNvPr>
            <p:cNvSpPr/>
            <p:nvPr/>
          </p:nvSpPr>
          <p:spPr>
            <a:xfrm>
              <a:off x="40141" y="599354"/>
              <a:ext cx="2800102" cy="1681291"/>
            </a:xfrm>
            <a:custGeom>
              <a:avLst/>
              <a:gdLst>
                <a:gd name="connsiteX0" fmla="*/ 1886732 w 2800102"/>
                <a:gd name="connsiteY0" fmla="*/ 1345033 h 1681291"/>
                <a:gd name="connsiteX1" fmla="*/ 1914754 w 2800102"/>
                <a:gd name="connsiteY1" fmla="*/ 367783 h 1681291"/>
                <a:gd name="connsiteX2" fmla="*/ 2552243 w 2800102"/>
                <a:gd name="connsiteY2" fmla="*/ 879175 h 1681291"/>
                <a:gd name="connsiteX3" fmla="*/ 1886732 w 2800102"/>
                <a:gd name="connsiteY3" fmla="*/ 1345033 h 1681291"/>
                <a:gd name="connsiteX4" fmla="*/ 510175 w 2800102"/>
                <a:gd name="connsiteY4" fmla="*/ 623479 h 1681291"/>
                <a:gd name="connsiteX5" fmla="*/ 881460 w 2800102"/>
                <a:gd name="connsiteY5" fmla="*/ 371285 h 1681291"/>
                <a:gd name="connsiteX6" fmla="*/ 912984 w 2800102"/>
                <a:gd name="connsiteY6" fmla="*/ 1345033 h 1681291"/>
                <a:gd name="connsiteX7" fmla="*/ 247473 w 2800102"/>
                <a:gd name="connsiteY7" fmla="*/ 879175 h 1681291"/>
                <a:gd name="connsiteX8" fmla="*/ 510175 w 2800102"/>
                <a:gd name="connsiteY8" fmla="*/ 623479 h 1681291"/>
                <a:gd name="connsiteX9" fmla="*/ 510175 w 2800102"/>
                <a:gd name="connsiteY9" fmla="*/ 623479 h 1681291"/>
                <a:gd name="connsiteX10" fmla="*/ 1399858 w 2800102"/>
                <a:gd name="connsiteY10" fmla="*/ 1401076 h 1681291"/>
                <a:gd name="connsiteX11" fmla="*/ 839428 w 2800102"/>
                <a:gd name="connsiteY11" fmla="*/ 840646 h 1681291"/>
                <a:gd name="connsiteX12" fmla="*/ 1399858 w 2800102"/>
                <a:gd name="connsiteY12" fmla="*/ 280215 h 1681291"/>
                <a:gd name="connsiteX13" fmla="*/ 1960289 w 2800102"/>
                <a:gd name="connsiteY13" fmla="*/ 840646 h 1681291"/>
                <a:gd name="connsiteX14" fmla="*/ 1399858 w 2800102"/>
                <a:gd name="connsiteY14" fmla="*/ 1401076 h 1681291"/>
                <a:gd name="connsiteX15" fmla="*/ 2762405 w 2800102"/>
                <a:gd name="connsiteY15" fmla="*/ 781100 h 1681291"/>
                <a:gd name="connsiteX16" fmla="*/ 1399858 w 2800102"/>
                <a:gd name="connsiteY16" fmla="*/ 0 h 1681291"/>
                <a:gd name="connsiteX17" fmla="*/ 37311 w 2800102"/>
                <a:gd name="connsiteY17" fmla="*/ 781100 h 1681291"/>
                <a:gd name="connsiteX18" fmla="*/ 44317 w 2800102"/>
                <a:gd name="connsiteY18" fmla="*/ 991261 h 1681291"/>
                <a:gd name="connsiteX19" fmla="*/ 1399858 w 2800102"/>
                <a:gd name="connsiteY19" fmla="*/ 1681292 h 1681291"/>
                <a:gd name="connsiteX20" fmla="*/ 2758902 w 2800102"/>
                <a:gd name="connsiteY20" fmla="*/ 991261 h 1681291"/>
                <a:gd name="connsiteX21" fmla="*/ 2762405 w 2800102"/>
                <a:gd name="connsiteY21" fmla="*/ 781100 h 168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800102" h="1681291">
                  <a:moveTo>
                    <a:pt x="1886732" y="1345033"/>
                  </a:moveTo>
                  <a:cubicBezTo>
                    <a:pt x="2159942" y="1082332"/>
                    <a:pt x="2173953" y="647998"/>
                    <a:pt x="1914754" y="367783"/>
                  </a:cubicBezTo>
                  <a:cubicBezTo>
                    <a:pt x="2191466" y="511393"/>
                    <a:pt x="2419141" y="732062"/>
                    <a:pt x="2552243" y="879175"/>
                  </a:cubicBezTo>
                  <a:cubicBezTo>
                    <a:pt x="2412136" y="1015780"/>
                    <a:pt x="2173953" y="1218936"/>
                    <a:pt x="1886732" y="1345033"/>
                  </a:cubicBezTo>
                  <a:close/>
                  <a:moveTo>
                    <a:pt x="510175" y="623479"/>
                  </a:moveTo>
                  <a:cubicBezTo>
                    <a:pt x="625763" y="525404"/>
                    <a:pt x="748358" y="441339"/>
                    <a:pt x="881460" y="371285"/>
                  </a:cubicBezTo>
                  <a:cubicBezTo>
                    <a:pt x="625763" y="651500"/>
                    <a:pt x="639774" y="1082332"/>
                    <a:pt x="912984" y="1345033"/>
                  </a:cubicBezTo>
                  <a:cubicBezTo>
                    <a:pt x="625763" y="1218936"/>
                    <a:pt x="384078" y="1015780"/>
                    <a:pt x="247473" y="879175"/>
                  </a:cubicBezTo>
                  <a:cubicBezTo>
                    <a:pt x="328035" y="788105"/>
                    <a:pt x="415602" y="704041"/>
                    <a:pt x="510175" y="623479"/>
                  </a:cubicBezTo>
                  <a:lnTo>
                    <a:pt x="510175" y="623479"/>
                  </a:lnTo>
                  <a:close/>
                  <a:moveTo>
                    <a:pt x="1399858" y="1401076"/>
                  </a:moveTo>
                  <a:cubicBezTo>
                    <a:pt x="1091621" y="1401076"/>
                    <a:pt x="839428" y="1148883"/>
                    <a:pt x="839428" y="840646"/>
                  </a:cubicBezTo>
                  <a:cubicBezTo>
                    <a:pt x="839428" y="532409"/>
                    <a:pt x="1091621" y="280215"/>
                    <a:pt x="1399858" y="280215"/>
                  </a:cubicBezTo>
                  <a:cubicBezTo>
                    <a:pt x="1708095" y="280215"/>
                    <a:pt x="1960289" y="532409"/>
                    <a:pt x="1960289" y="840646"/>
                  </a:cubicBezTo>
                  <a:cubicBezTo>
                    <a:pt x="1960289" y="1148883"/>
                    <a:pt x="1708095" y="1401076"/>
                    <a:pt x="1399858" y="1401076"/>
                  </a:cubicBezTo>
                  <a:close/>
                  <a:moveTo>
                    <a:pt x="2762405" y="781100"/>
                  </a:moveTo>
                  <a:cubicBezTo>
                    <a:pt x="2559249" y="542917"/>
                    <a:pt x="2026840" y="0"/>
                    <a:pt x="1399858" y="0"/>
                  </a:cubicBezTo>
                  <a:cubicBezTo>
                    <a:pt x="772876" y="0"/>
                    <a:pt x="240467" y="542917"/>
                    <a:pt x="37311" y="781100"/>
                  </a:cubicBezTo>
                  <a:cubicBezTo>
                    <a:pt x="-15229" y="844148"/>
                    <a:pt x="-11726" y="931716"/>
                    <a:pt x="44317" y="991261"/>
                  </a:cubicBezTo>
                  <a:cubicBezTo>
                    <a:pt x="250976" y="1208428"/>
                    <a:pt x="779882" y="1681292"/>
                    <a:pt x="1399858" y="1681292"/>
                  </a:cubicBezTo>
                  <a:cubicBezTo>
                    <a:pt x="2019834" y="1681292"/>
                    <a:pt x="2548741" y="1208428"/>
                    <a:pt x="2758902" y="991261"/>
                  </a:cubicBezTo>
                  <a:cubicBezTo>
                    <a:pt x="2811443" y="935218"/>
                    <a:pt x="2814945" y="844148"/>
                    <a:pt x="2762405" y="781100"/>
                  </a:cubicBezTo>
                  <a:close/>
                </a:path>
              </a:pathLst>
            </a:custGeom>
            <a:grpFill/>
            <a:ln w="35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5" name="Forme libre : forme 4">
              <a:extLst>
                <a:ext uri="{FF2B5EF4-FFF2-40B4-BE49-F238E27FC236}">
                  <a16:creationId xmlns:a16="http://schemas.microsoft.com/office/drawing/2014/main" id="{5504EC67-AC47-A51F-6793-5E02D41D8E21}"/>
                </a:ext>
              </a:extLst>
            </p:cNvPr>
            <p:cNvSpPr/>
            <p:nvPr/>
          </p:nvSpPr>
          <p:spPr>
            <a:xfrm>
              <a:off x="1089730" y="1089731"/>
              <a:ext cx="700538" cy="700538"/>
            </a:xfrm>
            <a:custGeom>
              <a:avLst/>
              <a:gdLst>
                <a:gd name="connsiteX0" fmla="*/ 700538 w 700538"/>
                <a:gd name="connsiteY0" fmla="*/ 350269 h 700538"/>
                <a:gd name="connsiteX1" fmla="*/ 350269 w 700538"/>
                <a:gd name="connsiteY1" fmla="*/ 700538 h 700538"/>
                <a:gd name="connsiteX2" fmla="*/ 0 w 700538"/>
                <a:gd name="connsiteY2" fmla="*/ 350269 h 700538"/>
                <a:gd name="connsiteX3" fmla="*/ 350269 w 700538"/>
                <a:gd name="connsiteY3" fmla="*/ 0 h 700538"/>
                <a:gd name="connsiteX4" fmla="*/ 700538 w 700538"/>
                <a:gd name="connsiteY4" fmla="*/ 350269 h 70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538" h="700538">
                  <a:moveTo>
                    <a:pt x="700538" y="350269"/>
                  </a:moveTo>
                  <a:cubicBezTo>
                    <a:pt x="700538" y="543717"/>
                    <a:pt x="543717" y="700538"/>
                    <a:pt x="350269" y="700538"/>
                  </a:cubicBezTo>
                  <a:cubicBezTo>
                    <a:pt x="156821" y="700538"/>
                    <a:pt x="0" y="543717"/>
                    <a:pt x="0" y="350269"/>
                  </a:cubicBezTo>
                  <a:cubicBezTo>
                    <a:pt x="0" y="156821"/>
                    <a:pt x="156821" y="0"/>
                    <a:pt x="350269" y="0"/>
                  </a:cubicBezTo>
                  <a:cubicBezTo>
                    <a:pt x="543717" y="0"/>
                    <a:pt x="700538" y="156821"/>
                    <a:pt x="700538" y="350269"/>
                  </a:cubicBezTo>
                  <a:close/>
                </a:path>
              </a:pathLst>
            </a:custGeom>
            <a:grpFill/>
            <a:ln w="35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B7B83BBC-CF32-5CD2-7BE0-8C8D576D6F3B}"/>
              </a:ext>
            </a:extLst>
          </p:cNvPr>
          <p:cNvGrpSpPr/>
          <p:nvPr/>
        </p:nvGrpSpPr>
        <p:grpSpPr>
          <a:xfrm>
            <a:off x="3161433" y="-159678"/>
            <a:ext cx="2800102" cy="3214760"/>
            <a:chOff x="3161433" y="-159678"/>
            <a:chExt cx="2800102" cy="3214760"/>
          </a:xfrm>
        </p:grpSpPr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28FB5C88-E215-0B79-70EE-13814AE1CE2B}"/>
                </a:ext>
              </a:extLst>
            </p:cNvPr>
            <p:cNvSpPr/>
            <p:nvPr/>
          </p:nvSpPr>
          <p:spPr>
            <a:xfrm>
              <a:off x="3161433" y="599354"/>
              <a:ext cx="2800102" cy="1681291"/>
            </a:xfrm>
            <a:custGeom>
              <a:avLst/>
              <a:gdLst>
                <a:gd name="connsiteX0" fmla="*/ 1886732 w 2800102"/>
                <a:gd name="connsiteY0" fmla="*/ 1345033 h 1681291"/>
                <a:gd name="connsiteX1" fmla="*/ 1914754 w 2800102"/>
                <a:gd name="connsiteY1" fmla="*/ 367783 h 1681291"/>
                <a:gd name="connsiteX2" fmla="*/ 2552243 w 2800102"/>
                <a:gd name="connsiteY2" fmla="*/ 879175 h 1681291"/>
                <a:gd name="connsiteX3" fmla="*/ 1886732 w 2800102"/>
                <a:gd name="connsiteY3" fmla="*/ 1345033 h 1681291"/>
                <a:gd name="connsiteX4" fmla="*/ 510175 w 2800102"/>
                <a:gd name="connsiteY4" fmla="*/ 623479 h 1681291"/>
                <a:gd name="connsiteX5" fmla="*/ 881460 w 2800102"/>
                <a:gd name="connsiteY5" fmla="*/ 371285 h 1681291"/>
                <a:gd name="connsiteX6" fmla="*/ 912984 w 2800102"/>
                <a:gd name="connsiteY6" fmla="*/ 1345033 h 1681291"/>
                <a:gd name="connsiteX7" fmla="*/ 247473 w 2800102"/>
                <a:gd name="connsiteY7" fmla="*/ 879175 h 1681291"/>
                <a:gd name="connsiteX8" fmla="*/ 510175 w 2800102"/>
                <a:gd name="connsiteY8" fmla="*/ 623479 h 1681291"/>
                <a:gd name="connsiteX9" fmla="*/ 510175 w 2800102"/>
                <a:gd name="connsiteY9" fmla="*/ 623479 h 1681291"/>
                <a:gd name="connsiteX10" fmla="*/ 1399858 w 2800102"/>
                <a:gd name="connsiteY10" fmla="*/ 1401076 h 1681291"/>
                <a:gd name="connsiteX11" fmla="*/ 839428 w 2800102"/>
                <a:gd name="connsiteY11" fmla="*/ 840646 h 1681291"/>
                <a:gd name="connsiteX12" fmla="*/ 1399858 w 2800102"/>
                <a:gd name="connsiteY12" fmla="*/ 280215 h 1681291"/>
                <a:gd name="connsiteX13" fmla="*/ 1960289 w 2800102"/>
                <a:gd name="connsiteY13" fmla="*/ 840646 h 1681291"/>
                <a:gd name="connsiteX14" fmla="*/ 1399858 w 2800102"/>
                <a:gd name="connsiteY14" fmla="*/ 1401076 h 1681291"/>
                <a:gd name="connsiteX15" fmla="*/ 2762405 w 2800102"/>
                <a:gd name="connsiteY15" fmla="*/ 781100 h 1681291"/>
                <a:gd name="connsiteX16" fmla="*/ 1399858 w 2800102"/>
                <a:gd name="connsiteY16" fmla="*/ 0 h 1681291"/>
                <a:gd name="connsiteX17" fmla="*/ 37311 w 2800102"/>
                <a:gd name="connsiteY17" fmla="*/ 781100 h 1681291"/>
                <a:gd name="connsiteX18" fmla="*/ 44317 w 2800102"/>
                <a:gd name="connsiteY18" fmla="*/ 991261 h 1681291"/>
                <a:gd name="connsiteX19" fmla="*/ 1399858 w 2800102"/>
                <a:gd name="connsiteY19" fmla="*/ 1681292 h 1681291"/>
                <a:gd name="connsiteX20" fmla="*/ 2758902 w 2800102"/>
                <a:gd name="connsiteY20" fmla="*/ 991261 h 1681291"/>
                <a:gd name="connsiteX21" fmla="*/ 2762405 w 2800102"/>
                <a:gd name="connsiteY21" fmla="*/ 781100 h 168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800102" h="1681291">
                  <a:moveTo>
                    <a:pt x="1886732" y="1345033"/>
                  </a:moveTo>
                  <a:cubicBezTo>
                    <a:pt x="2159942" y="1082332"/>
                    <a:pt x="2173953" y="647998"/>
                    <a:pt x="1914754" y="367783"/>
                  </a:cubicBezTo>
                  <a:cubicBezTo>
                    <a:pt x="2191466" y="511393"/>
                    <a:pt x="2419141" y="732062"/>
                    <a:pt x="2552243" y="879175"/>
                  </a:cubicBezTo>
                  <a:cubicBezTo>
                    <a:pt x="2412136" y="1015780"/>
                    <a:pt x="2173953" y="1218936"/>
                    <a:pt x="1886732" y="1345033"/>
                  </a:cubicBezTo>
                  <a:close/>
                  <a:moveTo>
                    <a:pt x="510175" y="623479"/>
                  </a:moveTo>
                  <a:cubicBezTo>
                    <a:pt x="625763" y="525404"/>
                    <a:pt x="748358" y="441339"/>
                    <a:pt x="881460" y="371285"/>
                  </a:cubicBezTo>
                  <a:cubicBezTo>
                    <a:pt x="625763" y="651500"/>
                    <a:pt x="639774" y="1082332"/>
                    <a:pt x="912984" y="1345033"/>
                  </a:cubicBezTo>
                  <a:cubicBezTo>
                    <a:pt x="625763" y="1218936"/>
                    <a:pt x="384078" y="1015780"/>
                    <a:pt x="247473" y="879175"/>
                  </a:cubicBezTo>
                  <a:cubicBezTo>
                    <a:pt x="328035" y="788105"/>
                    <a:pt x="415602" y="704041"/>
                    <a:pt x="510175" y="623479"/>
                  </a:cubicBezTo>
                  <a:lnTo>
                    <a:pt x="510175" y="623479"/>
                  </a:lnTo>
                  <a:close/>
                  <a:moveTo>
                    <a:pt x="1399858" y="1401076"/>
                  </a:moveTo>
                  <a:cubicBezTo>
                    <a:pt x="1091621" y="1401076"/>
                    <a:pt x="839428" y="1148883"/>
                    <a:pt x="839428" y="840646"/>
                  </a:cubicBezTo>
                  <a:cubicBezTo>
                    <a:pt x="839428" y="532409"/>
                    <a:pt x="1091621" y="280215"/>
                    <a:pt x="1399858" y="280215"/>
                  </a:cubicBezTo>
                  <a:cubicBezTo>
                    <a:pt x="1708095" y="280215"/>
                    <a:pt x="1960289" y="532409"/>
                    <a:pt x="1960289" y="840646"/>
                  </a:cubicBezTo>
                  <a:cubicBezTo>
                    <a:pt x="1960289" y="1148883"/>
                    <a:pt x="1708095" y="1401076"/>
                    <a:pt x="1399858" y="1401076"/>
                  </a:cubicBezTo>
                  <a:close/>
                  <a:moveTo>
                    <a:pt x="2762405" y="781100"/>
                  </a:moveTo>
                  <a:cubicBezTo>
                    <a:pt x="2559249" y="542917"/>
                    <a:pt x="2026840" y="0"/>
                    <a:pt x="1399858" y="0"/>
                  </a:cubicBezTo>
                  <a:cubicBezTo>
                    <a:pt x="772876" y="0"/>
                    <a:pt x="240467" y="542917"/>
                    <a:pt x="37311" y="781100"/>
                  </a:cubicBezTo>
                  <a:cubicBezTo>
                    <a:pt x="-15229" y="844148"/>
                    <a:pt x="-11726" y="931716"/>
                    <a:pt x="44317" y="991261"/>
                  </a:cubicBezTo>
                  <a:cubicBezTo>
                    <a:pt x="250976" y="1208428"/>
                    <a:pt x="779882" y="1681292"/>
                    <a:pt x="1399858" y="1681292"/>
                  </a:cubicBezTo>
                  <a:cubicBezTo>
                    <a:pt x="2019834" y="1681292"/>
                    <a:pt x="2548741" y="1208428"/>
                    <a:pt x="2758902" y="991261"/>
                  </a:cubicBezTo>
                  <a:cubicBezTo>
                    <a:pt x="2811443" y="935218"/>
                    <a:pt x="2814945" y="844148"/>
                    <a:pt x="2762405" y="781100"/>
                  </a:cubicBezTo>
                  <a:close/>
                </a:path>
              </a:pathLst>
            </a:custGeom>
            <a:solidFill>
              <a:srgbClr val="000000"/>
            </a:solidFill>
            <a:ln w="35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DFE4EC93-DBBC-0494-818E-B74405653A3E}"/>
                </a:ext>
              </a:extLst>
            </p:cNvPr>
            <p:cNvSpPr/>
            <p:nvPr/>
          </p:nvSpPr>
          <p:spPr>
            <a:xfrm>
              <a:off x="4211022" y="1089731"/>
              <a:ext cx="700538" cy="700538"/>
            </a:xfrm>
            <a:custGeom>
              <a:avLst/>
              <a:gdLst>
                <a:gd name="connsiteX0" fmla="*/ 700538 w 700538"/>
                <a:gd name="connsiteY0" fmla="*/ 350269 h 700538"/>
                <a:gd name="connsiteX1" fmla="*/ 350269 w 700538"/>
                <a:gd name="connsiteY1" fmla="*/ 700538 h 700538"/>
                <a:gd name="connsiteX2" fmla="*/ 0 w 700538"/>
                <a:gd name="connsiteY2" fmla="*/ 350269 h 700538"/>
                <a:gd name="connsiteX3" fmla="*/ 350269 w 700538"/>
                <a:gd name="connsiteY3" fmla="*/ 0 h 700538"/>
                <a:gd name="connsiteX4" fmla="*/ 700538 w 700538"/>
                <a:gd name="connsiteY4" fmla="*/ 350269 h 70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538" h="700538">
                  <a:moveTo>
                    <a:pt x="700538" y="350269"/>
                  </a:moveTo>
                  <a:cubicBezTo>
                    <a:pt x="700538" y="543717"/>
                    <a:pt x="543717" y="700538"/>
                    <a:pt x="350269" y="700538"/>
                  </a:cubicBezTo>
                  <a:cubicBezTo>
                    <a:pt x="156821" y="700538"/>
                    <a:pt x="0" y="543717"/>
                    <a:pt x="0" y="350269"/>
                  </a:cubicBezTo>
                  <a:cubicBezTo>
                    <a:pt x="0" y="156821"/>
                    <a:pt x="156821" y="0"/>
                    <a:pt x="350269" y="0"/>
                  </a:cubicBezTo>
                  <a:cubicBezTo>
                    <a:pt x="543717" y="0"/>
                    <a:pt x="700538" y="156821"/>
                    <a:pt x="700538" y="350269"/>
                  </a:cubicBezTo>
                  <a:close/>
                </a:path>
              </a:pathLst>
            </a:custGeom>
            <a:solidFill>
              <a:srgbClr val="000000"/>
            </a:solidFill>
            <a:ln w="35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065E7F20-9514-D51B-6B85-7F9D462537F2}"/>
                </a:ext>
              </a:extLst>
            </p:cNvPr>
            <p:cNvSpPr/>
            <p:nvPr/>
          </p:nvSpPr>
          <p:spPr>
            <a:xfrm rot="2148067">
              <a:off x="4399050" y="-159678"/>
              <a:ext cx="313371" cy="3214760"/>
            </a:xfrm>
            <a:prstGeom prst="roundRect">
              <a:avLst/>
            </a:prstGeom>
            <a:solidFill>
              <a:schemeClr val="tx1"/>
            </a:solidFill>
            <a:ln w="1143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EEC34718-C941-A70D-4885-CE4592D1BB07}"/>
              </a:ext>
            </a:extLst>
          </p:cNvPr>
          <p:cNvGrpSpPr/>
          <p:nvPr/>
        </p:nvGrpSpPr>
        <p:grpSpPr>
          <a:xfrm>
            <a:off x="5990179" y="-241292"/>
            <a:ext cx="3362583" cy="3362583"/>
            <a:chOff x="5990179" y="-241292"/>
            <a:chExt cx="3362583" cy="336258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C61E646-ADBF-E747-0F9F-6CF4D944A173}"/>
                </a:ext>
              </a:extLst>
            </p:cNvPr>
            <p:cNvSpPr/>
            <p:nvPr/>
          </p:nvSpPr>
          <p:spPr>
            <a:xfrm>
              <a:off x="6420465" y="511277"/>
              <a:ext cx="2526890" cy="19531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pic>
          <p:nvPicPr>
            <p:cNvPr id="25" name="Graphique 24" descr="Image avec un remplissage uni">
              <a:extLst>
                <a:ext uri="{FF2B5EF4-FFF2-40B4-BE49-F238E27FC236}">
                  <a16:creationId xmlns:a16="http://schemas.microsoft.com/office/drawing/2014/main" id="{1FB6A532-84C6-9C0B-B58D-C897F76D4C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990179" y="-241292"/>
              <a:ext cx="3362583" cy="3362583"/>
            </a:xfrm>
            <a:prstGeom prst="rect">
              <a:avLst/>
            </a:prstGeom>
          </p:spPr>
        </p:pic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0C5317B7-4F11-5658-84E1-CFF5A5C7BC8A}"/>
              </a:ext>
            </a:extLst>
          </p:cNvPr>
          <p:cNvGrpSpPr/>
          <p:nvPr/>
        </p:nvGrpSpPr>
        <p:grpSpPr>
          <a:xfrm>
            <a:off x="567617" y="3883742"/>
            <a:ext cx="2593816" cy="2503700"/>
            <a:chOff x="1661650" y="3480619"/>
            <a:chExt cx="2593816" cy="2503700"/>
          </a:xfrm>
        </p:grpSpPr>
        <p:sp>
          <p:nvSpPr>
            <p:cNvPr id="2" name="Flèche : bas 1">
              <a:extLst>
                <a:ext uri="{FF2B5EF4-FFF2-40B4-BE49-F238E27FC236}">
                  <a16:creationId xmlns:a16="http://schemas.microsoft.com/office/drawing/2014/main" id="{422858D9-5D87-ECC3-D2BF-E22DBF584760}"/>
                </a:ext>
              </a:extLst>
            </p:cNvPr>
            <p:cNvSpPr/>
            <p:nvPr/>
          </p:nvSpPr>
          <p:spPr>
            <a:xfrm>
              <a:off x="2299797" y="3480619"/>
              <a:ext cx="1317523" cy="1969241"/>
            </a:xfrm>
            <a:prstGeom prst="downArrow">
              <a:avLst>
                <a:gd name="adj1" fmla="val 34615"/>
                <a:gd name="adj2" fmla="val 500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B62ED7F-23DF-0070-B95E-F710481BCDE9}"/>
                </a:ext>
              </a:extLst>
            </p:cNvPr>
            <p:cNvSpPr/>
            <p:nvPr/>
          </p:nvSpPr>
          <p:spPr>
            <a:xfrm>
              <a:off x="1661651" y="4672823"/>
              <a:ext cx="397096" cy="9144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D06E0A4-3B5D-611F-D242-FB368937EDE9}"/>
                </a:ext>
              </a:extLst>
            </p:cNvPr>
            <p:cNvSpPr/>
            <p:nvPr/>
          </p:nvSpPr>
          <p:spPr>
            <a:xfrm>
              <a:off x="3858370" y="4672823"/>
              <a:ext cx="397096" cy="9144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73198B2-4107-9798-43FA-CA6F592EB2EC}"/>
                </a:ext>
              </a:extLst>
            </p:cNvPr>
            <p:cNvSpPr/>
            <p:nvPr/>
          </p:nvSpPr>
          <p:spPr>
            <a:xfrm rot="5400000">
              <a:off x="2760010" y="4488863"/>
              <a:ext cx="397096" cy="259381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48AC6DAD-98B0-FEC1-2454-6EA9F6C3E70F}"/>
              </a:ext>
            </a:extLst>
          </p:cNvPr>
          <p:cNvGrpSpPr/>
          <p:nvPr/>
        </p:nvGrpSpPr>
        <p:grpSpPr>
          <a:xfrm>
            <a:off x="5810335" y="5056937"/>
            <a:ext cx="3382172" cy="796046"/>
            <a:chOff x="5043535" y="4279900"/>
            <a:chExt cx="3382172" cy="796046"/>
          </a:xfrm>
        </p:grpSpPr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19AA4D29-A0C3-1C3C-7DA5-070C91D5B3A9}"/>
                </a:ext>
              </a:extLst>
            </p:cNvPr>
            <p:cNvSpPr/>
            <p:nvPr/>
          </p:nvSpPr>
          <p:spPr>
            <a:xfrm>
              <a:off x="5043535" y="4279900"/>
              <a:ext cx="796046" cy="796046"/>
            </a:xfrm>
            <a:prstGeom prst="ellipse">
              <a:avLst/>
            </a:prstGeom>
            <a:solidFill>
              <a:srgbClr val="8FAADC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667B23F0-54BB-5BAF-38CB-9B79D846CFFC}"/>
                </a:ext>
              </a:extLst>
            </p:cNvPr>
            <p:cNvSpPr/>
            <p:nvPr/>
          </p:nvSpPr>
          <p:spPr>
            <a:xfrm>
              <a:off x="6336598" y="4279900"/>
              <a:ext cx="796046" cy="796046"/>
            </a:xfrm>
            <a:prstGeom prst="ellipse">
              <a:avLst/>
            </a:prstGeom>
            <a:solidFill>
              <a:srgbClr val="8FAADC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B73E2AFE-3CAA-4993-5DC5-F17478AB2E0E}"/>
                </a:ext>
              </a:extLst>
            </p:cNvPr>
            <p:cNvSpPr/>
            <p:nvPr/>
          </p:nvSpPr>
          <p:spPr>
            <a:xfrm>
              <a:off x="7629661" y="4279900"/>
              <a:ext cx="796046" cy="796046"/>
            </a:xfrm>
            <a:prstGeom prst="ellipse">
              <a:avLst/>
            </a:prstGeom>
            <a:solidFill>
              <a:srgbClr val="8FAADC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588363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AD0C148C-4F3C-1B86-5371-EBC539C3C169}"/>
              </a:ext>
            </a:extLst>
          </p:cNvPr>
          <p:cNvGrpSpPr/>
          <p:nvPr/>
        </p:nvGrpSpPr>
        <p:grpSpPr>
          <a:xfrm>
            <a:off x="8531458" y="378718"/>
            <a:ext cx="3104786" cy="3162299"/>
            <a:chOff x="8531458" y="378718"/>
            <a:chExt cx="3104786" cy="3162299"/>
          </a:xfrm>
        </p:grpSpPr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A2408711-2D4C-550F-AA0F-DE4C2F25AFBE}"/>
                </a:ext>
              </a:extLst>
            </p:cNvPr>
            <p:cNvGrpSpPr/>
            <p:nvPr/>
          </p:nvGrpSpPr>
          <p:grpSpPr>
            <a:xfrm>
              <a:off x="8531458" y="378718"/>
              <a:ext cx="3104786" cy="3162299"/>
              <a:chOff x="567328" y="408215"/>
              <a:chExt cx="3889829" cy="3960000"/>
            </a:xfrm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213FB7A1-4CFF-9BDA-E1CA-4C4FB40B0FFF}"/>
                  </a:ext>
                </a:extLst>
              </p:cNvPr>
              <p:cNvSpPr/>
              <p:nvPr/>
            </p:nvSpPr>
            <p:spPr>
              <a:xfrm>
                <a:off x="1072243" y="408215"/>
                <a:ext cx="2880000" cy="3960000"/>
              </a:xfrm>
              <a:prstGeom prst="roundRect">
                <a:avLst>
                  <a:gd name="adj" fmla="val 2997"/>
                </a:avLst>
              </a:prstGeom>
              <a:solidFill>
                <a:schemeClr val="bg1"/>
              </a:solidFill>
              <a:ln w="177800">
                <a:solidFill>
                  <a:srgbClr val="21734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CB91514-002B-F962-4517-6396FDF973EC}"/>
                  </a:ext>
                </a:extLst>
              </p:cNvPr>
              <p:cNvSpPr/>
              <p:nvPr/>
            </p:nvSpPr>
            <p:spPr>
              <a:xfrm>
                <a:off x="567328" y="2562226"/>
                <a:ext cx="3889829" cy="1240064"/>
              </a:xfrm>
              <a:prstGeom prst="rect">
                <a:avLst/>
              </a:prstGeom>
              <a:ln w="190500">
                <a:solidFill>
                  <a:srgbClr val="217346"/>
                </a:solidFill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CA" sz="7000" b="1" dirty="0">
                    <a:latin typeface="DejaVu Sans" panose="020B0603030804020204" pitchFamily="34" charset="0"/>
                    <a:ea typeface="DejaVu Sans" panose="020B0603030804020204" pitchFamily="34" charset="0"/>
                    <a:cs typeface="DejaVu Sans" panose="020B0603030804020204" pitchFamily="34" charset="0"/>
                  </a:rPr>
                  <a:t>CSV</a:t>
                </a:r>
              </a:p>
            </p:txBody>
          </p:sp>
          <p:cxnSp>
            <p:nvCxnSpPr>
              <p:cNvPr id="11" name="Connecteur droit 10">
                <a:extLst>
                  <a:ext uri="{FF2B5EF4-FFF2-40B4-BE49-F238E27FC236}">
                    <a16:creationId xmlns:a16="http://schemas.microsoft.com/office/drawing/2014/main" id="{F641BBA2-3417-463E-1970-1353AC41497A}"/>
                  </a:ext>
                </a:extLst>
              </p:cNvPr>
              <p:cNvCxnSpPr/>
              <p:nvPr/>
            </p:nvCxnSpPr>
            <p:spPr>
              <a:xfrm>
                <a:off x="1613762" y="939288"/>
                <a:ext cx="1582057" cy="0"/>
              </a:xfrm>
              <a:prstGeom prst="line">
                <a:avLst/>
              </a:prstGeom>
              <a:ln w="139700" cap="rnd">
                <a:solidFill>
                  <a:srgbClr val="21734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C476DAC2-8743-A114-7683-1DE3ED38F20C}"/>
                </a:ext>
              </a:extLst>
            </p:cNvPr>
            <p:cNvCxnSpPr/>
            <p:nvPr/>
          </p:nvCxnSpPr>
          <p:spPr>
            <a:xfrm>
              <a:off x="9366701" y="1269845"/>
              <a:ext cx="1262767" cy="0"/>
            </a:xfrm>
            <a:prstGeom prst="line">
              <a:avLst/>
            </a:prstGeom>
            <a:ln w="139700" cap="rnd">
              <a:solidFill>
                <a:srgbClr val="2173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44F87AE0-6E54-B663-06A9-542691D739D4}"/>
                </a:ext>
              </a:extLst>
            </p:cNvPr>
            <p:cNvCxnSpPr/>
            <p:nvPr/>
          </p:nvCxnSpPr>
          <p:spPr>
            <a:xfrm>
              <a:off x="9366701" y="1731960"/>
              <a:ext cx="1262767" cy="0"/>
            </a:xfrm>
            <a:prstGeom prst="line">
              <a:avLst/>
            </a:prstGeom>
            <a:ln w="139700" cap="rnd">
              <a:solidFill>
                <a:srgbClr val="2173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435298BF-B8C5-CDB1-5921-938C6A414B77}"/>
              </a:ext>
            </a:extLst>
          </p:cNvPr>
          <p:cNvGrpSpPr/>
          <p:nvPr/>
        </p:nvGrpSpPr>
        <p:grpSpPr>
          <a:xfrm>
            <a:off x="4613303" y="378718"/>
            <a:ext cx="3104786" cy="3162299"/>
            <a:chOff x="8531458" y="378718"/>
            <a:chExt cx="3104786" cy="3162299"/>
          </a:xfrm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B3329294-9E3A-9EDD-0B07-EC46E7E1A943}"/>
                </a:ext>
              </a:extLst>
            </p:cNvPr>
            <p:cNvGrpSpPr/>
            <p:nvPr/>
          </p:nvGrpSpPr>
          <p:grpSpPr>
            <a:xfrm>
              <a:off x="8531458" y="378718"/>
              <a:ext cx="3104786" cy="3162299"/>
              <a:chOff x="567328" y="408215"/>
              <a:chExt cx="3889829" cy="3960000"/>
            </a:xfrm>
          </p:grpSpPr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86310B4E-0DA7-528B-6E32-7332710EF47B}"/>
                  </a:ext>
                </a:extLst>
              </p:cNvPr>
              <p:cNvSpPr/>
              <p:nvPr/>
            </p:nvSpPr>
            <p:spPr>
              <a:xfrm>
                <a:off x="1072243" y="408215"/>
                <a:ext cx="2880000" cy="3960000"/>
              </a:xfrm>
              <a:prstGeom prst="roundRect">
                <a:avLst>
                  <a:gd name="adj" fmla="val 2997"/>
                </a:avLst>
              </a:prstGeom>
              <a:solidFill>
                <a:schemeClr val="bg1"/>
              </a:solidFill>
              <a:ln w="177800">
                <a:solidFill>
                  <a:srgbClr val="21734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380E6EA-7C0C-AEFB-EF82-92268F1B6078}"/>
                  </a:ext>
                </a:extLst>
              </p:cNvPr>
              <p:cNvSpPr/>
              <p:nvPr/>
            </p:nvSpPr>
            <p:spPr>
              <a:xfrm>
                <a:off x="567328" y="2562226"/>
                <a:ext cx="3889829" cy="1240064"/>
              </a:xfrm>
              <a:prstGeom prst="rect">
                <a:avLst/>
              </a:prstGeom>
              <a:ln w="190500">
                <a:solidFill>
                  <a:srgbClr val="217346"/>
                </a:solidFill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CA" sz="7000" b="1" dirty="0">
                    <a:latin typeface="DejaVu Sans" panose="020B0603030804020204" pitchFamily="34" charset="0"/>
                    <a:ea typeface="DejaVu Sans" panose="020B0603030804020204" pitchFamily="34" charset="0"/>
                    <a:cs typeface="DejaVu Sans" panose="020B0603030804020204" pitchFamily="34" charset="0"/>
                  </a:rPr>
                  <a:t>XLSX</a:t>
                </a:r>
              </a:p>
            </p:txBody>
          </p:sp>
          <p:cxnSp>
            <p:nvCxnSpPr>
              <p:cNvPr id="15" name="Connecteur droit 14">
                <a:extLst>
                  <a:ext uri="{FF2B5EF4-FFF2-40B4-BE49-F238E27FC236}">
                    <a16:creationId xmlns:a16="http://schemas.microsoft.com/office/drawing/2014/main" id="{DE7921C8-1FDE-AF2D-D3F6-478D8F50D060}"/>
                  </a:ext>
                </a:extLst>
              </p:cNvPr>
              <p:cNvCxnSpPr/>
              <p:nvPr/>
            </p:nvCxnSpPr>
            <p:spPr>
              <a:xfrm>
                <a:off x="1613762" y="939288"/>
                <a:ext cx="1582057" cy="0"/>
              </a:xfrm>
              <a:prstGeom prst="line">
                <a:avLst/>
              </a:prstGeom>
              <a:ln w="139700" cap="rnd">
                <a:solidFill>
                  <a:srgbClr val="21734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id="{E99EE9F6-1FB6-763E-1763-7CA942A19D21}"/>
                </a:ext>
              </a:extLst>
            </p:cNvPr>
            <p:cNvCxnSpPr/>
            <p:nvPr/>
          </p:nvCxnSpPr>
          <p:spPr>
            <a:xfrm>
              <a:off x="9366701" y="1269845"/>
              <a:ext cx="1262767" cy="0"/>
            </a:xfrm>
            <a:prstGeom prst="line">
              <a:avLst/>
            </a:prstGeom>
            <a:ln w="139700" cap="rnd">
              <a:solidFill>
                <a:srgbClr val="2173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eur droit 7">
              <a:extLst>
                <a:ext uri="{FF2B5EF4-FFF2-40B4-BE49-F238E27FC236}">
                  <a16:creationId xmlns:a16="http://schemas.microsoft.com/office/drawing/2014/main" id="{0DF6C1DB-E33B-3099-BAC0-8DD2D3666B68}"/>
                </a:ext>
              </a:extLst>
            </p:cNvPr>
            <p:cNvCxnSpPr/>
            <p:nvPr/>
          </p:nvCxnSpPr>
          <p:spPr>
            <a:xfrm>
              <a:off x="9366701" y="1731960"/>
              <a:ext cx="1262767" cy="0"/>
            </a:xfrm>
            <a:prstGeom prst="line">
              <a:avLst/>
            </a:prstGeom>
            <a:ln w="139700" cap="rnd">
              <a:solidFill>
                <a:srgbClr val="2173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1B57C7D8-22D5-AB53-09F8-5BEF38EDA6FF}"/>
              </a:ext>
            </a:extLst>
          </p:cNvPr>
          <p:cNvGrpSpPr/>
          <p:nvPr/>
        </p:nvGrpSpPr>
        <p:grpSpPr>
          <a:xfrm>
            <a:off x="397256" y="458766"/>
            <a:ext cx="2330552" cy="1966451"/>
            <a:chOff x="732643" y="4401502"/>
            <a:chExt cx="2330552" cy="1966451"/>
          </a:xfrm>
        </p:grpSpPr>
        <p:sp>
          <p:nvSpPr>
            <p:cNvPr id="23" name="Rectangle : coins arrondis 22">
              <a:extLst>
                <a:ext uri="{FF2B5EF4-FFF2-40B4-BE49-F238E27FC236}">
                  <a16:creationId xmlns:a16="http://schemas.microsoft.com/office/drawing/2014/main" id="{F3A5539B-E739-D6F1-9935-0D86A5C4B7C4}"/>
                </a:ext>
              </a:extLst>
            </p:cNvPr>
            <p:cNvSpPr/>
            <p:nvPr/>
          </p:nvSpPr>
          <p:spPr>
            <a:xfrm>
              <a:off x="732643" y="4401502"/>
              <a:ext cx="2330552" cy="1966451"/>
            </a:xfrm>
            <a:prstGeom prst="roundRect">
              <a:avLst>
                <a:gd name="adj" fmla="val 0"/>
              </a:avLst>
            </a:prstGeom>
            <a:noFill/>
            <a:ln w="1619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24" name="Rectangle : coins arrondis 23">
              <a:extLst>
                <a:ext uri="{FF2B5EF4-FFF2-40B4-BE49-F238E27FC236}">
                  <a16:creationId xmlns:a16="http://schemas.microsoft.com/office/drawing/2014/main" id="{4A8EF1A6-02C0-A676-604D-0F953528D0B0}"/>
                </a:ext>
              </a:extLst>
            </p:cNvPr>
            <p:cNvSpPr/>
            <p:nvPr/>
          </p:nvSpPr>
          <p:spPr>
            <a:xfrm>
              <a:off x="732643" y="4401502"/>
              <a:ext cx="2330552" cy="501005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1619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82C24A1-7BCF-E4E1-E07B-661CB7455E02}"/>
                </a:ext>
              </a:extLst>
            </p:cNvPr>
            <p:cNvSpPr/>
            <p:nvPr/>
          </p:nvSpPr>
          <p:spPr>
            <a:xfrm>
              <a:off x="2682093" y="4545650"/>
              <a:ext cx="212707" cy="21270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2BE9A53-161E-844C-91D1-9E0ABF4F8855}"/>
                </a:ext>
              </a:extLst>
            </p:cNvPr>
            <p:cNvSpPr/>
            <p:nvPr/>
          </p:nvSpPr>
          <p:spPr>
            <a:xfrm>
              <a:off x="2344924" y="4545650"/>
              <a:ext cx="212707" cy="21270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17109336-1C79-7AA7-F073-F45A7A937B44}"/>
              </a:ext>
            </a:extLst>
          </p:cNvPr>
          <p:cNvGrpSpPr/>
          <p:nvPr/>
        </p:nvGrpSpPr>
        <p:grpSpPr>
          <a:xfrm>
            <a:off x="397256" y="4428171"/>
            <a:ext cx="2330552" cy="1966451"/>
            <a:chOff x="732643" y="4401502"/>
            <a:chExt cx="2330552" cy="1966451"/>
          </a:xfrm>
        </p:grpSpPr>
        <p:sp>
          <p:nvSpPr>
            <p:cNvPr id="41" name="Rectangle : coins arrondis 40">
              <a:extLst>
                <a:ext uri="{FF2B5EF4-FFF2-40B4-BE49-F238E27FC236}">
                  <a16:creationId xmlns:a16="http://schemas.microsoft.com/office/drawing/2014/main" id="{72866F62-26B6-2053-D709-5FD0718191AF}"/>
                </a:ext>
              </a:extLst>
            </p:cNvPr>
            <p:cNvSpPr/>
            <p:nvPr/>
          </p:nvSpPr>
          <p:spPr>
            <a:xfrm>
              <a:off x="732643" y="4401502"/>
              <a:ext cx="2330552" cy="1966451"/>
            </a:xfrm>
            <a:prstGeom prst="roundRect">
              <a:avLst>
                <a:gd name="adj" fmla="val 0"/>
              </a:avLst>
            </a:prstGeom>
            <a:noFill/>
            <a:ln w="1619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42" name="Rectangle : coins arrondis 41">
              <a:extLst>
                <a:ext uri="{FF2B5EF4-FFF2-40B4-BE49-F238E27FC236}">
                  <a16:creationId xmlns:a16="http://schemas.microsoft.com/office/drawing/2014/main" id="{4CC55636-CA95-C18D-D254-C430647AAC24}"/>
                </a:ext>
              </a:extLst>
            </p:cNvPr>
            <p:cNvSpPr/>
            <p:nvPr/>
          </p:nvSpPr>
          <p:spPr>
            <a:xfrm>
              <a:off x="732643" y="4401502"/>
              <a:ext cx="2330552" cy="501005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1619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0687F31A-6CFB-E1EC-F173-734E733A80D2}"/>
              </a:ext>
            </a:extLst>
          </p:cNvPr>
          <p:cNvGrpSpPr/>
          <p:nvPr/>
        </p:nvGrpSpPr>
        <p:grpSpPr>
          <a:xfrm>
            <a:off x="3260254" y="4441952"/>
            <a:ext cx="2330552" cy="1966451"/>
            <a:chOff x="732643" y="4401502"/>
            <a:chExt cx="2330552" cy="1966451"/>
          </a:xfrm>
        </p:grpSpPr>
        <p:sp>
          <p:nvSpPr>
            <p:cNvPr id="48" name="Rectangle : coins arrondis 47">
              <a:extLst>
                <a:ext uri="{FF2B5EF4-FFF2-40B4-BE49-F238E27FC236}">
                  <a16:creationId xmlns:a16="http://schemas.microsoft.com/office/drawing/2014/main" id="{78038A49-BBA2-1527-C04C-0840F9009E6A}"/>
                </a:ext>
              </a:extLst>
            </p:cNvPr>
            <p:cNvSpPr/>
            <p:nvPr/>
          </p:nvSpPr>
          <p:spPr>
            <a:xfrm>
              <a:off x="732643" y="4401502"/>
              <a:ext cx="2330552" cy="1966451"/>
            </a:xfrm>
            <a:prstGeom prst="roundRect">
              <a:avLst>
                <a:gd name="adj" fmla="val 0"/>
              </a:avLst>
            </a:prstGeom>
            <a:noFill/>
            <a:ln w="1619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49" name="Rectangle : coins arrondis 48">
              <a:extLst>
                <a:ext uri="{FF2B5EF4-FFF2-40B4-BE49-F238E27FC236}">
                  <a16:creationId xmlns:a16="http://schemas.microsoft.com/office/drawing/2014/main" id="{463C1435-67DE-D2E4-B5DF-13EE9009DCB7}"/>
                </a:ext>
              </a:extLst>
            </p:cNvPr>
            <p:cNvSpPr/>
            <p:nvPr/>
          </p:nvSpPr>
          <p:spPr>
            <a:xfrm>
              <a:off x="732643" y="5866948"/>
              <a:ext cx="2330552" cy="501005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1619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grpSp>
        <p:nvGrpSpPr>
          <p:cNvPr id="50" name="Groupe 49">
            <a:extLst>
              <a:ext uri="{FF2B5EF4-FFF2-40B4-BE49-F238E27FC236}">
                <a16:creationId xmlns:a16="http://schemas.microsoft.com/office/drawing/2014/main" id="{F9CBF68F-7B92-4D12-24CC-A3A3B18346C6}"/>
              </a:ext>
            </a:extLst>
          </p:cNvPr>
          <p:cNvGrpSpPr/>
          <p:nvPr/>
        </p:nvGrpSpPr>
        <p:grpSpPr>
          <a:xfrm>
            <a:off x="6079928" y="4441951"/>
            <a:ext cx="2330553" cy="1966452"/>
            <a:chOff x="732642" y="4401501"/>
            <a:chExt cx="2330553" cy="1966452"/>
          </a:xfrm>
        </p:grpSpPr>
        <p:sp>
          <p:nvSpPr>
            <p:cNvPr id="51" name="Rectangle : coins arrondis 50">
              <a:extLst>
                <a:ext uri="{FF2B5EF4-FFF2-40B4-BE49-F238E27FC236}">
                  <a16:creationId xmlns:a16="http://schemas.microsoft.com/office/drawing/2014/main" id="{F7938B89-61FC-5120-65E4-6F782AAA316D}"/>
                </a:ext>
              </a:extLst>
            </p:cNvPr>
            <p:cNvSpPr/>
            <p:nvPr/>
          </p:nvSpPr>
          <p:spPr>
            <a:xfrm>
              <a:off x="732643" y="4401502"/>
              <a:ext cx="2330552" cy="1966451"/>
            </a:xfrm>
            <a:prstGeom prst="roundRect">
              <a:avLst>
                <a:gd name="adj" fmla="val 0"/>
              </a:avLst>
            </a:prstGeom>
            <a:noFill/>
            <a:ln w="1619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52" name="Rectangle : coins arrondis 51">
              <a:extLst>
                <a:ext uri="{FF2B5EF4-FFF2-40B4-BE49-F238E27FC236}">
                  <a16:creationId xmlns:a16="http://schemas.microsoft.com/office/drawing/2014/main" id="{B8886DF8-443B-7282-9A75-D673B5E76555}"/>
                </a:ext>
              </a:extLst>
            </p:cNvPr>
            <p:cNvSpPr/>
            <p:nvPr/>
          </p:nvSpPr>
          <p:spPr>
            <a:xfrm>
              <a:off x="732642" y="4401501"/>
              <a:ext cx="521267" cy="196645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1619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EB9D13D1-BCE4-C7BF-C633-60632C00D164}"/>
              </a:ext>
            </a:extLst>
          </p:cNvPr>
          <p:cNvGrpSpPr/>
          <p:nvPr/>
        </p:nvGrpSpPr>
        <p:grpSpPr>
          <a:xfrm>
            <a:off x="8832808" y="4432784"/>
            <a:ext cx="2330552" cy="1966451"/>
            <a:chOff x="732643" y="4401502"/>
            <a:chExt cx="2330552" cy="1966451"/>
          </a:xfrm>
        </p:grpSpPr>
        <p:sp>
          <p:nvSpPr>
            <p:cNvPr id="54" name="Rectangle : coins arrondis 53">
              <a:extLst>
                <a:ext uri="{FF2B5EF4-FFF2-40B4-BE49-F238E27FC236}">
                  <a16:creationId xmlns:a16="http://schemas.microsoft.com/office/drawing/2014/main" id="{B3F952B4-A230-A9A5-1767-A4C96F229CB4}"/>
                </a:ext>
              </a:extLst>
            </p:cNvPr>
            <p:cNvSpPr/>
            <p:nvPr/>
          </p:nvSpPr>
          <p:spPr>
            <a:xfrm>
              <a:off x="732643" y="4401502"/>
              <a:ext cx="2330552" cy="1966451"/>
            </a:xfrm>
            <a:prstGeom prst="roundRect">
              <a:avLst>
                <a:gd name="adj" fmla="val 0"/>
              </a:avLst>
            </a:prstGeom>
            <a:noFill/>
            <a:ln w="1619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55" name="Rectangle : coins arrondis 54">
              <a:extLst>
                <a:ext uri="{FF2B5EF4-FFF2-40B4-BE49-F238E27FC236}">
                  <a16:creationId xmlns:a16="http://schemas.microsoft.com/office/drawing/2014/main" id="{D5915698-0D9B-41F4-C6DB-71854BCEBAB4}"/>
                </a:ext>
              </a:extLst>
            </p:cNvPr>
            <p:cNvSpPr/>
            <p:nvPr/>
          </p:nvSpPr>
          <p:spPr>
            <a:xfrm>
              <a:off x="2541929" y="4410669"/>
              <a:ext cx="521266" cy="195267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1619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460628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e 16">
            <a:extLst>
              <a:ext uri="{FF2B5EF4-FFF2-40B4-BE49-F238E27FC236}">
                <a16:creationId xmlns:a16="http://schemas.microsoft.com/office/drawing/2014/main" id="{037151EF-1148-E64C-960B-4795C52F0D44}"/>
              </a:ext>
            </a:extLst>
          </p:cNvPr>
          <p:cNvGrpSpPr/>
          <p:nvPr/>
        </p:nvGrpSpPr>
        <p:grpSpPr>
          <a:xfrm>
            <a:off x="211003" y="237163"/>
            <a:ext cx="2111604" cy="2124172"/>
            <a:chOff x="1140643" y="641023"/>
            <a:chExt cx="2111604" cy="2124172"/>
          </a:xfrm>
        </p:grpSpPr>
        <p:sp>
          <p:nvSpPr>
            <p:cNvPr id="4" name="Rectangle : coins arrondis 3">
              <a:extLst>
                <a:ext uri="{FF2B5EF4-FFF2-40B4-BE49-F238E27FC236}">
                  <a16:creationId xmlns:a16="http://schemas.microsoft.com/office/drawing/2014/main" id="{320BDABD-FF33-53AD-CA18-DD41782A45F0}"/>
                </a:ext>
              </a:extLst>
            </p:cNvPr>
            <p:cNvSpPr/>
            <p:nvPr/>
          </p:nvSpPr>
          <p:spPr>
            <a:xfrm>
              <a:off x="1140643" y="641023"/>
              <a:ext cx="1055802" cy="537328"/>
            </a:xfrm>
            <a:prstGeom prst="roundRect">
              <a:avLst/>
            </a:prstGeom>
            <a:solidFill>
              <a:srgbClr val="8FAADC"/>
            </a:solidFill>
            <a:ln w="762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136F4F41-1557-A4C4-EF3C-E0D89D7EC55D}"/>
                </a:ext>
              </a:extLst>
            </p:cNvPr>
            <p:cNvSpPr/>
            <p:nvPr/>
          </p:nvSpPr>
          <p:spPr>
            <a:xfrm>
              <a:off x="2196445" y="1415590"/>
              <a:ext cx="1055802" cy="537328"/>
            </a:xfrm>
            <a:prstGeom prst="roundRect">
              <a:avLst/>
            </a:prstGeom>
            <a:solidFill>
              <a:srgbClr val="ABD190"/>
            </a:solidFill>
            <a:ln w="762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C260735A-3A6A-4A61-B479-61D280801E28}"/>
                </a:ext>
              </a:extLst>
            </p:cNvPr>
            <p:cNvSpPr/>
            <p:nvPr/>
          </p:nvSpPr>
          <p:spPr>
            <a:xfrm>
              <a:off x="2196445" y="2227867"/>
              <a:ext cx="1055802" cy="537328"/>
            </a:xfrm>
            <a:prstGeom prst="roundRect">
              <a:avLst/>
            </a:prstGeom>
            <a:solidFill>
              <a:srgbClr val="8FAADC"/>
            </a:solidFill>
            <a:ln w="762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cxnSp>
          <p:nvCxnSpPr>
            <p:cNvPr id="8" name="Connecteur droit 7">
              <a:extLst>
                <a:ext uri="{FF2B5EF4-FFF2-40B4-BE49-F238E27FC236}">
                  <a16:creationId xmlns:a16="http://schemas.microsoft.com/office/drawing/2014/main" id="{05CED3E5-AEB8-7D66-6AA6-0DD2DAFDFA80}"/>
                </a:ext>
              </a:extLst>
            </p:cNvPr>
            <p:cNvCxnSpPr>
              <a:cxnSpLocks/>
            </p:cNvCxnSpPr>
            <p:nvPr/>
          </p:nvCxnSpPr>
          <p:spPr>
            <a:xfrm>
              <a:off x="1668544" y="1318260"/>
              <a:ext cx="0" cy="1178271"/>
            </a:xfrm>
            <a:prstGeom prst="line">
              <a:avLst/>
            </a:prstGeom>
            <a:ln w="1524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403A51BD-AF70-FDD5-1455-E5458E89CF02}"/>
                </a:ext>
              </a:extLst>
            </p:cNvPr>
            <p:cNvCxnSpPr>
              <a:cxnSpLocks/>
            </p:cNvCxnSpPr>
            <p:nvPr/>
          </p:nvCxnSpPr>
          <p:spPr>
            <a:xfrm>
              <a:off x="1668544" y="2496531"/>
              <a:ext cx="350756" cy="0"/>
            </a:xfrm>
            <a:prstGeom prst="line">
              <a:avLst/>
            </a:prstGeom>
            <a:ln w="1524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1BCBDC9-0ECD-4FCA-BF73-214A0DBF257A}"/>
                </a:ext>
              </a:extLst>
            </p:cNvPr>
            <p:cNvCxnSpPr>
              <a:cxnSpLocks/>
            </p:cNvCxnSpPr>
            <p:nvPr/>
          </p:nvCxnSpPr>
          <p:spPr>
            <a:xfrm>
              <a:off x="1668544" y="1684254"/>
              <a:ext cx="350756" cy="0"/>
            </a:xfrm>
            <a:prstGeom prst="line">
              <a:avLst/>
            </a:prstGeom>
            <a:ln w="1524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7" name="Groupe 146">
            <a:extLst>
              <a:ext uri="{FF2B5EF4-FFF2-40B4-BE49-F238E27FC236}">
                <a16:creationId xmlns:a16="http://schemas.microsoft.com/office/drawing/2014/main" id="{B9A4F7D8-EC59-54DC-5C60-A28B3E1F3AB4}"/>
              </a:ext>
            </a:extLst>
          </p:cNvPr>
          <p:cNvGrpSpPr/>
          <p:nvPr/>
        </p:nvGrpSpPr>
        <p:grpSpPr>
          <a:xfrm>
            <a:off x="914282" y="3036092"/>
            <a:ext cx="3363501" cy="2577850"/>
            <a:chOff x="1654194" y="3932581"/>
            <a:chExt cx="3363501" cy="2577850"/>
          </a:xfrm>
        </p:grpSpPr>
        <p:grpSp>
          <p:nvGrpSpPr>
            <p:cNvPr id="134" name="Groupe 133">
              <a:extLst>
                <a:ext uri="{FF2B5EF4-FFF2-40B4-BE49-F238E27FC236}">
                  <a16:creationId xmlns:a16="http://schemas.microsoft.com/office/drawing/2014/main" id="{5E2BE92A-8E9A-DAFD-DE60-D72E5617D0D1}"/>
                </a:ext>
              </a:extLst>
            </p:cNvPr>
            <p:cNvGrpSpPr/>
            <p:nvPr/>
          </p:nvGrpSpPr>
          <p:grpSpPr>
            <a:xfrm>
              <a:off x="2263999" y="4318709"/>
              <a:ext cx="2538036" cy="1710311"/>
              <a:chOff x="2141221" y="3174801"/>
              <a:chExt cx="2514944" cy="1954496"/>
            </a:xfrm>
          </p:grpSpPr>
          <p:cxnSp>
            <p:nvCxnSpPr>
              <p:cNvPr id="136" name="Connecteur droit 135">
                <a:extLst>
                  <a:ext uri="{FF2B5EF4-FFF2-40B4-BE49-F238E27FC236}">
                    <a16:creationId xmlns:a16="http://schemas.microsoft.com/office/drawing/2014/main" id="{DB9CB8E3-7C75-6CA6-EC8B-EFC8F1D17D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35662" y="3434111"/>
                <a:ext cx="846253" cy="1581241"/>
              </a:xfrm>
              <a:prstGeom prst="line">
                <a:avLst/>
              </a:prstGeom>
              <a:ln w="168275" cap="rnd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Connecteur droit 134">
                <a:extLst>
                  <a:ext uri="{FF2B5EF4-FFF2-40B4-BE49-F238E27FC236}">
                    <a16:creationId xmlns:a16="http://schemas.microsoft.com/office/drawing/2014/main" id="{45286D05-A1E2-DC48-EB35-FE0CDD29AA5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41221" y="5015353"/>
                <a:ext cx="794441" cy="113944"/>
              </a:xfrm>
              <a:prstGeom prst="line">
                <a:avLst/>
              </a:prstGeom>
              <a:ln w="168275" cap="rnd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Connecteur droit 136">
                <a:extLst>
                  <a:ext uri="{FF2B5EF4-FFF2-40B4-BE49-F238E27FC236}">
                    <a16:creationId xmlns:a16="http://schemas.microsoft.com/office/drawing/2014/main" id="{79FBFEEB-0159-79CA-7C18-874D29FE2A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81914" y="3174801"/>
                <a:ext cx="874251" cy="259310"/>
              </a:xfrm>
              <a:prstGeom prst="line">
                <a:avLst/>
              </a:prstGeom>
              <a:ln w="168275" cap="rnd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2" name="Groupe 121">
              <a:extLst>
                <a:ext uri="{FF2B5EF4-FFF2-40B4-BE49-F238E27FC236}">
                  <a16:creationId xmlns:a16="http://schemas.microsoft.com/office/drawing/2014/main" id="{77DD1A81-E5A4-539D-7782-BB96FEC1F3E1}"/>
                </a:ext>
              </a:extLst>
            </p:cNvPr>
            <p:cNvGrpSpPr/>
            <p:nvPr/>
          </p:nvGrpSpPr>
          <p:grpSpPr>
            <a:xfrm>
              <a:off x="2249872" y="5293034"/>
              <a:ext cx="2552995" cy="429104"/>
              <a:chOff x="2141221" y="4722264"/>
              <a:chExt cx="2529766" cy="490368"/>
            </a:xfrm>
          </p:grpSpPr>
          <p:cxnSp>
            <p:nvCxnSpPr>
              <p:cNvPr id="123" name="Connecteur droit 122">
                <a:extLst>
                  <a:ext uri="{FF2B5EF4-FFF2-40B4-BE49-F238E27FC236}">
                    <a16:creationId xmlns:a16="http://schemas.microsoft.com/office/drawing/2014/main" id="{79555A48-8219-5F48-3E39-8090B9401E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41221" y="5015353"/>
                <a:ext cx="794441" cy="113944"/>
              </a:xfrm>
              <a:prstGeom prst="line">
                <a:avLst/>
              </a:prstGeom>
              <a:ln w="168275" cap="rnd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Connecteur droit 123">
                <a:extLst>
                  <a:ext uri="{FF2B5EF4-FFF2-40B4-BE49-F238E27FC236}">
                    <a16:creationId xmlns:a16="http://schemas.microsoft.com/office/drawing/2014/main" id="{42FF8CF4-D379-FA50-8D2A-EC646B59C5A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35662" y="4722264"/>
                <a:ext cx="600478" cy="293089"/>
              </a:xfrm>
              <a:prstGeom prst="line">
                <a:avLst/>
              </a:prstGeom>
              <a:ln w="168275" cap="rnd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Connecteur droit 124">
                <a:extLst>
                  <a:ext uri="{FF2B5EF4-FFF2-40B4-BE49-F238E27FC236}">
                    <a16:creationId xmlns:a16="http://schemas.microsoft.com/office/drawing/2014/main" id="{B1BD3546-9FBB-C0FB-930F-86A69E3530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36141" y="4722264"/>
                <a:ext cx="1134846" cy="490368"/>
              </a:xfrm>
              <a:prstGeom prst="line">
                <a:avLst/>
              </a:prstGeom>
              <a:ln w="168275" cap="rnd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0" name="Groupe 119">
              <a:extLst>
                <a:ext uri="{FF2B5EF4-FFF2-40B4-BE49-F238E27FC236}">
                  <a16:creationId xmlns:a16="http://schemas.microsoft.com/office/drawing/2014/main" id="{86366F42-ED49-611B-E812-D01F9585C3EA}"/>
                </a:ext>
              </a:extLst>
            </p:cNvPr>
            <p:cNvGrpSpPr/>
            <p:nvPr/>
          </p:nvGrpSpPr>
          <p:grpSpPr>
            <a:xfrm>
              <a:off x="2183458" y="4546655"/>
              <a:ext cx="2710635" cy="830580"/>
              <a:chOff x="2141220" y="4450080"/>
              <a:chExt cx="2710635" cy="830580"/>
            </a:xfrm>
          </p:grpSpPr>
          <p:cxnSp>
            <p:nvCxnSpPr>
              <p:cNvPr id="114" name="Connecteur droit 113">
                <a:extLst>
                  <a:ext uri="{FF2B5EF4-FFF2-40B4-BE49-F238E27FC236}">
                    <a16:creationId xmlns:a16="http://schemas.microsoft.com/office/drawing/2014/main" id="{190C21B6-8AE1-4AE5-3799-A0386782B4AA}"/>
                  </a:ext>
                </a:extLst>
              </p:cNvPr>
              <p:cNvCxnSpPr/>
              <p:nvPr/>
            </p:nvCxnSpPr>
            <p:spPr>
              <a:xfrm flipV="1">
                <a:off x="2141220" y="4450080"/>
                <a:ext cx="944880" cy="830580"/>
              </a:xfrm>
              <a:prstGeom prst="line">
                <a:avLst/>
              </a:prstGeom>
              <a:ln w="168275" cap="rnd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Connecteur droit 114">
                <a:extLst>
                  <a:ext uri="{FF2B5EF4-FFF2-40B4-BE49-F238E27FC236}">
                    <a16:creationId xmlns:a16="http://schemas.microsoft.com/office/drawing/2014/main" id="{89976F1A-D376-B4D5-85EF-6171459026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086100" y="4450080"/>
                <a:ext cx="925716" cy="594360"/>
              </a:xfrm>
              <a:prstGeom prst="line">
                <a:avLst/>
              </a:prstGeom>
              <a:ln w="168275" cap="rnd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Connecteur droit 117">
                <a:extLst>
                  <a:ext uri="{FF2B5EF4-FFF2-40B4-BE49-F238E27FC236}">
                    <a16:creationId xmlns:a16="http://schemas.microsoft.com/office/drawing/2014/main" id="{86A876F7-C436-F136-7C68-71C4230E3B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30980" y="4798274"/>
                <a:ext cx="820875" cy="246166"/>
              </a:xfrm>
              <a:prstGeom prst="line">
                <a:avLst/>
              </a:prstGeom>
              <a:ln w="168275" cap="rnd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4" name="Flèche : bas 143">
              <a:extLst>
                <a:ext uri="{FF2B5EF4-FFF2-40B4-BE49-F238E27FC236}">
                  <a16:creationId xmlns:a16="http://schemas.microsoft.com/office/drawing/2014/main" id="{29DD852A-E019-7C03-2625-0EE810A208A4}"/>
                </a:ext>
              </a:extLst>
            </p:cNvPr>
            <p:cNvSpPr/>
            <p:nvPr/>
          </p:nvSpPr>
          <p:spPr>
            <a:xfrm rot="10800000">
              <a:off x="1654194" y="3932581"/>
              <a:ext cx="423867" cy="2416865"/>
            </a:xfrm>
            <a:prstGeom prst="downArrow">
              <a:avLst>
                <a:gd name="adj1" fmla="val 50000"/>
                <a:gd name="adj2" fmla="val 63809"/>
              </a:avLst>
            </a:prstGeom>
            <a:solidFill>
              <a:schemeClr val="tx1">
                <a:lumMod val="85000"/>
                <a:lumOff val="15000"/>
              </a:schemeClr>
            </a:solidFill>
            <a:ln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dirty="0"/>
            </a:p>
          </p:txBody>
        </p:sp>
        <p:sp>
          <p:nvSpPr>
            <p:cNvPr id="145" name="Flèche : bas 144">
              <a:extLst>
                <a:ext uri="{FF2B5EF4-FFF2-40B4-BE49-F238E27FC236}">
                  <a16:creationId xmlns:a16="http://schemas.microsoft.com/office/drawing/2014/main" id="{56664A3A-6616-2D4F-83B5-57C8BBE93847}"/>
                </a:ext>
              </a:extLst>
            </p:cNvPr>
            <p:cNvSpPr/>
            <p:nvPr/>
          </p:nvSpPr>
          <p:spPr>
            <a:xfrm rot="16200000">
              <a:off x="3178216" y="4670952"/>
              <a:ext cx="429103" cy="3249855"/>
            </a:xfrm>
            <a:prstGeom prst="downArrow">
              <a:avLst>
                <a:gd name="adj1" fmla="val 50000"/>
                <a:gd name="adj2" fmla="val 55130"/>
              </a:avLst>
            </a:prstGeom>
            <a:solidFill>
              <a:schemeClr val="tx1">
                <a:lumMod val="85000"/>
                <a:lumOff val="15000"/>
              </a:schemeClr>
            </a:solidFill>
            <a:ln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grpSp>
        <p:nvGrpSpPr>
          <p:cNvPr id="80" name="Groupe 79">
            <a:extLst>
              <a:ext uri="{FF2B5EF4-FFF2-40B4-BE49-F238E27FC236}">
                <a16:creationId xmlns:a16="http://schemas.microsoft.com/office/drawing/2014/main" id="{203AE88D-C269-2775-0738-BF4B087416E6}"/>
              </a:ext>
            </a:extLst>
          </p:cNvPr>
          <p:cNvGrpSpPr/>
          <p:nvPr/>
        </p:nvGrpSpPr>
        <p:grpSpPr>
          <a:xfrm>
            <a:off x="3358606" y="289140"/>
            <a:ext cx="1762622" cy="1982508"/>
            <a:chOff x="4579620" y="378827"/>
            <a:chExt cx="2545082" cy="2862580"/>
          </a:xfrm>
        </p:grpSpPr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10847B5F-97E2-7942-3DE0-B0A0782F49B2}"/>
                </a:ext>
              </a:extLst>
            </p:cNvPr>
            <p:cNvSpPr/>
            <p:nvPr/>
          </p:nvSpPr>
          <p:spPr>
            <a:xfrm>
              <a:off x="4579620" y="696327"/>
              <a:ext cx="2545080" cy="2545080"/>
            </a:xfrm>
            <a:prstGeom prst="ellipse">
              <a:avLst/>
            </a:prstGeom>
            <a:solidFill>
              <a:schemeClr val="bg1"/>
            </a:solidFill>
            <a:ln w="1524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E210A78D-28A9-1E6C-C50E-E94997FD53FA}"/>
                </a:ext>
              </a:extLst>
            </p:cNvPr>
            <p:cNvSpPr/>
            <p:nvPr/>
          </p:nvSpPr>
          <p:spPr>
            <a:xfrm>
              <a:off x="5697403" y="1814110"/>
              <a:ext cx="309513" cy="309513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A3BF0406-6673-BC28-B74B-A4E2CF35F826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flipH="1" flipV="1">
              <a:off x="5852159" y="914400"/>
              <a:ext cx="1" cy="89971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847CBA0D-DEC7-5E51-6F43-A32C3538068B}"/>
                </a:ext>
              </a:extLst>
            </p:cNvPr>
            <p:cNvCxnSpPr>
              <a:cxnSpLocks/>
              <a:endCxn id="18" idx="0"/>
            </p:cNvCxnSpPr>
            <p:nvPr/>
          </p:nvCxnSpPr>
          <p:spPr>
            <a:xfrm flipV="1">
              <a:off x="5852160" y="696327"/>
              <a:ext cx="0" cy="2545079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 droit 26">
              <a:extLst>
                <a:ext uri="{FF2B5EF4-FFF2-40B4-BE49-F238E27FC236}">
                  <a16:creationId xmlns:a16="http://schemas.microsoft.com/office/drawing/2014/main" id="{2B4F90E2-B34E-A27B-516A-84F22872968C}"/>
                </a:ext>
              </a:extLst>
            </p:cNvPr>
            <p:cNvCxnSpPr>
              <a:cxnSpLocks/>
              <a:stCxn id="18" idx="5"/>
              <a:endCxn id="18" idx="1"/>
            </p:cNvCxnSpPr>
            <p:nvPr/>
          </p:nvCxnSpPr>
          <p:spPr>
            <a:xfrm flipH="1" flipV="1">
              <a:off x="4952338" y="1069045"/>
              <a:ext cx="1799644" cy="1799644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eur droit 29">
              <a:extLst>
                <a:ext uri="{FF2B5EF4-FFF2-40B4-BE49-F238E27FC236}">
                  <a16:creationId xmlns:a16="http://schemas.microsoft.com/office/drawing/2014/main" id="{D9CA6F16-A2F2-3A8B-A0BA-E78FF138BA40}"/>
                </a:ext>
              </a:extLst>
            </p:cNvPr>
            <p:cNvCxnSpPr>
              <a:cxnSpLocks/>
              <a:stCxn id="18" idx="6"/>
              <a:endCxn id="18" idx="2"/>
            </p:cNvCxnSpPr>
            <p:nvPr/>
          </p:nvCxnSpPr>
          <p:spPr>
            <a:xfrm flipH="1">
              <a:off x="4579620" y="1968867"/>
              <a:ext cx="2545080" cy="0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droit 32">
              <a:extLst>
                <a:ext uri="{FF2B5EF4-FFF2-40B4-BE49-F238E27FC236}">
                  <a16:creationId xmlns:a16="http://schemas.microsoft.com/office/drawing/2014/main" id="{2DF7C066-12CF-1DE5-B8CD-1C49B8A63945}"/>
                </a:ext>
              </a:extLst>
            </p:cNvPr>
            <p:cNvCxnSpPr>
              <a:cxnSpLocks/>
              <a:stCxn id="18" idx="7"/>
              <a:endCxn id="18" idx="3"/>
            </p:cNvCxnSpPr>
            <p:nvPr/>
          </p:nvCxnSpPr>
          <p:spPr>
            <a:xfrm flipH="1">
              <a:off x="4952338" y="1069045"/>
              <a:ext cx="1799644" cy="1799644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eur droit 35">
              <a:extLst>
                <a:ext uri="{FF2B5EF4-FFF2-40B4-BE49-F238E27FC236}">
                  <a16:creationId xmlns:a16="http://schemas.microsoft.com/office/drawing/2014/main" id="{0C593E14-B226-C800-9664-ECC65B685F1A}"/>
                </a:ext>
              </a:extLst>
            </p:cNvPr>
            <p:cNvCxnSpPr>
              <a:cxnSpLocks/>
            </p:cNvCxnSpPr>
            <p:nvPr/>
          </p:nvCxnSpPr>
          <p:spPr>
            <a:xfrm rot="900000" flipV="1">
              <a:off x="5852160" y="696215"/>
              <a:ext cx="0" cy="2545079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eur droit 36">
              <a:extLst>
                <a:ext uri="{FF2B5EF4-FFF2-40B4-BE49-F238E27FC236}">
                  <a16:creationId xmlns:a16="http://schemas.microsoft.com/office/drawing/2014/main" id="{2F0E824B-61F7-18E1-5C6B-BDE379DB2ACF}"/>
                </a:ext>
              </a:extLst>
            </p:cNvPr>
            <p:cNvCxnSpPr>
              <a:cxnSpLocks/>
            </p:cNvCxnSpPr>
            <p:nvPr/>
          </p:nvCxnSpPr>
          <p:spPr>
            <a:xfrm rot="900000" flipH="1" flipV="1">
              <a:off x="4952338" y="1068933"/>
              <a:ext cx="1799644" cy="1799644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eur droit 37">
              <a:extLst>
                <a:ext uri="{FF2B5EF4-FFF2-40B4-BE49-F238E27FC236}">
                  <a16:creationId xmlns:a16="http://schemas.microsoft.com/office/drawing/2014/main" id="{1E7FD6E1-22CF-2E50-B765-28798A7E07DD}"/>
                </a:ext>
              </a:extLst>
            </p:cNvPr>
            <p:cNvCxnSpPr>
              <a:cxnSpLocks/>
            </p:cNvCxnSpPr>
            <p:nvPr/>
          </p:nvCxnSpPr>
          <p:spPr>
            <a:xfrm rot="900000" flipH="1">
              <a:off x="4579620" y="1968755"/>
              <a:ext cx="2545080" cy="0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136BE5A5-22FF-03E1-972B-FC5D14FB68F4}"/>
                </a:ext>
              </a:extLst>
            </p:cNvPr>
            <p:cNvCxnSpPr>
              <a:cxnSpLocks/>
            </p:cNvCxnSpPr>
            <p:nvPr/>
          </p:nvCxnSpPr>
          <p:spPr>
            <a:xfrm rot="900000" flipH="1">
              <a:off x="4952338" y="1068933"/>
              <a:ext cx="1799644" cy="1799644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9AE2E14-F656-7A63-FBC6-B90728EB99BA}"/>
                </a:ext>
              </a:extLst>
            </p:cNvPr>
            <p:cNvCxnSpPr>
              <a:cxnSpLocks/>
            </p:cNvCxnSpPr>
            <p:nvPr/>
          </p:nvCxnSpPr>
          <p:spPr>
            <a:xfrm rot="1800000" flipV="1">
              <a:off x="5852162" y="696216"/>
              <a:ext cx="0" cy="2545079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eur droit 40">
              <a:extLst>
                <a:ext uri="{FF2B5EF4-FFF2-40B4-BE49-F238E27FC236}">
                  <a16:creationId xmlns:a16="http://schemas.microsoft.com/office/drawing/2014/main" id="{0ECF9B88-88B2-F6A1-562A-BD939C49C687}"/>
                </a:ext>
              </a:extLst>
            </p:cNvPr>
            <p:cNvCxnSpPr>
              <a:cxnSpLocks/>
            </p:cNvCxnSpPr>
            <p:nvPr/>
          </p:nvCxnSpPr>
          <p:spPr>
            <a:xfrm rot="1800000" flipH="1" flipV="1">
              <a:off x="4952340" y="1068934"/>
              <a:ext cx="1799644" cy="1799644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eur droit 41">
              <a:extLst>
                <a:ext uri="{FF2B5EF4-FFF2-40B4-BE49-F238E27FC236}">
                  <a16:creationId xmlns:a16="http://schemas.microsoft.com/office/drawing/2014/main" id="{68ED10A9-89EA-A752-2A5F-8FB7F846F502}"/>
                </a:ext>
              </a:extLst>
            </p:cNvPr>
            <p:cNvCxnSpPr>
              <a:cxnSpLocks/>
            </p:cNvCxnSpPr>
            <p:nvPr/>
          </p:nvCxnSpPr>
          <p:spPr>
            <a:xfrm rot="1800000" flipH="1">
              <a:off x="4579622" y="1968756"/>
              <a:ext cx="2545080" cy="0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eur droit 42">
              <a:extLst>
                <a:ext uri="{FF2B5EF4-FFF2-40B4-BE49-F238E27FC236}">
                  <a16:creationId xmlns:a16="http://schemas.microsoft.com/office/drawing/2014/main" id="{EF475C15-39D8-4CE0-F7A8-D3F840B9E118}"/>
                </a:ext>
              </a:extLst>
            </p:cNvPr>
            <p:cNvCxnSpPr>
              <a:cxnSpLocks/>
            </p:cNvCxnSpPr>
            <p:nvPr/>
          </p:nvCxnSpPr>
          <p:spPr>
            <a:xfrm rot="1800000" flipH="1">
              <a:off x="4952340" y="1068934"/>
              <a:ext cx="1799644" cy="1799644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24B465B2-DAAF-0D10-A937-827ABF7E1AAE}"/>
                </a:ext>
              </a:extLst>
            </p:cNvPr>
            <p:cNvSpPr/>
            <p:nvPr/>
          </p:nvSpPr>
          <p:spPr>
            <a:xfrm>
              <a:off x="4952339" y="1068933"/>
              <a:ext cx="1822886" cy="1822886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>
                <a:noFill/>
              </a:endParaRPr>
            </a:p>
          </p:txBody>
        </p:sp>
        <p:cxnSp>
          <p:nvCxnSpPr>
            <p:cNvPr id="54" name="Connecteur droit 53">
              <a:extLst>
                <a:ext uri="{FF2B5EF4-FFF2-40B4-BE49-F238E27FC236}">
                  <a16:creationId xmlns:a16="http://schemas.microsoft.com/office/drawing/2014/main" id="{361364BC-60C4-7087-2F49-9A947128F9F3}"/>
                </a:ext>
              </a:extLst>
            </p:cNvPr>
            <p:cNvCxnSpPr>
              <a:cxnSpLocks/>
            </p:cNvCxnSpPr>
            <p:nvPr/>
          </p:nvCxnSpPr>
          <p:spPr>
            <a:xfrm>
              <a:off x="5846953" y="1179022"/>
              <a:ext cx="0" cy="788804"/>
            </a:xfrm>
            <a:prstGeom prst="line">
              <a:avLst/>
            </a:prstGeom>
            <a:ln w="133350" cap="rnd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eur droit 55">
              <a:extLst>
                <a:ext uri="{FF2B5EF4-FFF2-40B4-BE49-F238E27FC236}">
                  <a16:creationId xmlns:a16="http://schemas.microsoft.com/office/drawing/2014/main" id="{AE6378D5-6799-137E-38A0-93E8FC6FE90C}"/>
                </a:ext>
              </a:extLst>
            </p:cNvPr>
            <p:cNvCxnSpPr>
              <a:cxnSpLocks/>
            </p:cNvCxnSpPr>
            <p:nvPr/>
          </p:nvCxnSpPr>
          <p:spPr>
            <a:xfrm>
              <a:off x="5846953" y="450850"/>
              <a:ext cx="0" cy="245477"/>
            </a:xfrm>
            <a:prstGeom prst="line">
              <a:avLst/>
            </a:prstGeom>
            <a:ln w="2286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5B821ACE-C4D4-424E-6CA9-E52F207A90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99393" y="378827"/>
              <a:ext cx="495120" cy="0"/>
            </a:xfrm>
            <a:prstGeom prst="line">
              <a:avLst/>
            </a:prstGeom>
            <a:ln w="18732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eur droit 66">
              <a:extLst>
                <a:ext uri="{FF2B5EF4-FFF2-40B4-BE49-F238E27FC236}">
                  <a16:creationId xmlns:a16="http://schemas.microsoft.com/office/drawing/2014/main" id="{826C4F1C-4407-B7ED-5515-B4FC14EEE210}"/>
                </a:ext>
              </a:extLst>
            </p:cNvPr>
            <p:cNvCxnSpPr>
              <a:cxnSpLocks/>
            </p:cNvCxnSpPr>
            <p:nvPr/>
          </p:nvCxnSpPr>
          <p:spPr>
            <a:xfrm rot="2400000" flipH="1">
              <a:off x="6623883" y="904309"/>
              <a:ext cx="351610" cy="0"/>
            </a:xfrm>
            <a:prstGeom prst="line">
              <a:avLst/>
            </a:prstGeom>
            <a:ln w="2286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cteur droit 67">
              <a:extLst>
                <a:ext uri="{FF2B5EF4-FFF2-40B4-BE49-F238E27FC236}">
                  <a16:creationId xmlns:a16="http://schemas.microsoft.com/office/drawing/2014/main" id="{392139B8-5989-4721-117E-7DB6180E36FB}"/>
                </a:ext>
              </a:extLst>
            </p:cNvPr>
            <p:cNvCxnSpPr>
              <a:cxnSpLocks/>
            </p:cNvCxnSpPr>
            <p:nvPr/>
          </p:nvCxnSpPr>
          <p:spPr>
            <a:xfrm rot="-2400000" flipH="1">
              <a:off x="4778284" y="852427"/>
              <a:ext cx="351610" cy="0"/>
            </a:xfrm>
            <a:prstGeom prst="line">
              <a:avLst/>
            </a:prstGeom>
            <a:ln w="2286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eur droit 68">
              <a:extLst>
                <a:ext uri="{FF2B5EF4-FFF2-40B4-BE49-F238E27FC236}">
                  <a16:creationId xmlns:a16="http://schemas.microsoft.com/office/drawing/2014/main" id="{C3CB3D6C-0F8E-A030-AD50-A2FB612D0F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6953" y="1598059"/>
              <a:ext cx="632380" cy="365488"/>
            </a:xfrm>
            <a:prstGeom prst="line">
              <a:avLst/>
            </a:prstGeom>
            <a:ln w="133350" cap="rnd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Ellipse 49">
              <a:extLst>
                <a:ext uri="{FF2B5EF4-FFF2-40B4-BE49-F238E27FC236}">
                  <a16:creationId xmlns:a16="http://schemas.microsoft.com/office/drawing/2014/main" id="{7864D0D5-28D8-B180-69BD-E2A451153C43}"/>
                </a:ext>
              </a:extLst>
            </p:cNvPr>
            <p:cNvSpPr/>
            <p:nvPr/>
          </p:nvSpPr>
          <p:spPr>
            <a:xfrm>
              <a:off x="5715618" y="1836071"/>
              <a:ext cx="262670" cy="262670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grpSp>
        <p:nvGrpSpPr>
          <p:cNvPr id="160" name="Groupe 159">
            <a:extLst>
              <a:ext uri="{FF2B5EF4-FFF2-40B4-BE49-F238E27FC236}">
                <a16:creationId xmlns:a16="http://schemas.microsoft.com/office/drawing/2014/main" id="{BCBA2907-EACF-71D5-8778-4D19F605346C}"/>
              </a:ext>
            </a:extLst>
          </p:cNvPr>
          <p:cNvGrpSpPr/>
          <p:nvPr/>
        </p:nvGrpSpPr>
        <p:grpSpPr>
          <a:xfrm>
            <a:off x="5910432" y="-497550"/>
            <a:ext cx="3159354" cy="4894095"/>
            <a:chOff x="5986431" y="1491165"/>
            <a:chExt cx="3159354" cy="4894095"/>
          </a:xfrm>
        </p:grpSpPr>
        <p:grpSp>
          <p:nvGrpSpPr>
            <p:cNvPr id="156" name="Groupe 155">
              <a:extLst>
                <a:ext uri="{FF2B5EF4-FFF2-40B4-BE49-F238E27FC236}">
                  <a16:creationId xmlns:a16="http://schemas.microsoft.com/office/drawing/2014/main" id="{10BE723F-34CB-B884-225C-52DC798968DD}"/>
                </a:ext>
              </a:extLst>
            </p:cNvPr>
            <p:cNvGrpSpPr/>
            <p:nvPr/>
          </p:nvGrpSpPr>
          <p:grpSpPr>
            <a:xfrm>
              <a:off x="5986431" y="1491165"/>
              <a:ext cx="3159354" cy="4894095"/>
              <a:chOff x="6523106" y="1765931"/>
              <a:chExt cx="2810878" cy="4354277"/>
            </a:xfrm>
          </p:grpSpPr>
          <p:sp>
            <p:nvSpPr>
              <p:cNvPr id="152" name="Arc 151">
                <a:extLst>
                  <a:ext uri="{FF2B5EF4-FFF2-40B4-BE49-F238E27FC236}">
                    <a16:creationId xmlns:a16="http://schemas.microsoft.com/office/drawing/2014/main" id="{A2072CB2-6AA1-FF48-AB4F-DABC8ACC600F}"/>
                  </a:ext>
                </a:extLst>
              </p:cNvPr>
              <p:cNvSpPr/>
              <p:nvPr/>
            </p:nvSpPr>
            <p:spPr>
              <a:xfrm>
                <a:off x="6523106" y="1765931"/>
                <a:ext cx="2804012" cy="2804012"/>
              </a:xfrm>
              <a:prstGeom prst="arc">
                <a:avLst>
                  <a:gd name="adj1" fmla="val 2035339"/>
                  <a:gd name="adj2" fmla="val 8755019"/>
                </a:avLst>
              </a:prstGeom>
              <a:ln w="120650" cap="rnd">
                <a:solidFill>
                  <a:schemeClr val="tx1">
                    <a:lumMod val="85000"/>
                    <a:lumOff val="15000"/>
                  </a:scheme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sp>
            <p:nvSpPr>
              <p:cNvPr id="153" name="Arc 152">
                <a:extLst>
                  <a:ext uri="{FF2B5EF4-FFF2-40B4-BE49-F238E27FC236}">
                    <a16:creationId xmlns:a16="http://schemas.microsoft.com/office/drawing/2014/main" id="{40A0BF04-EB0A-57FA-B54E-BB6F5E34FF76}"/>
                  </a:ext>
                </a:extLst>
              </p:cNvPr>
              <p:cNvSpPr/>
              <p:nvPr/>
            </p:nvSpPr>
            <p:spPr>
              <a:xfrm rot="10800000">
                <a:off x="6529972" y="3316196"/>
                <a:ext cx="2804012" cy="2804012"/>
              </a:xfrm>
              <a:prstGeom prst="arc">
                <a:avLst>
                  <a:gd name="adj1" fmla="val 2026710"/>
                  <a:gd name="adj2" fmla="val 8748065"/>
                </a:avLst>
              </a:prstGeom>
              <a:ln w="120650" cap="rnd">
                <a:solidFill>
                  <a:schemeClr val="tx1">
                    <a:lumMod val="85000"/>
                    <a:lumOff val="15000"/>
                  </a:scheme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</p:grpSp>
        <p:grpSp>
          <p:nvGrpSpPr>
            <p:cNvPr id="159" name="Groupe 158">
              <a:extLst>
                <a:ext uri="{FF2B5EF4-FFF2-40B4-BE49-F238E27FC236}">
                  <a16:creationId xmlns:a16="http://schemas.microsoft.com/office/drawing/2014/main" id="{0C0E2A0D-CF1B-C706-53CA-E051C04B2E5B}"/>
                </a:ext>
              </a:extLst>
            </p:cNvPr>
            <p:cNvGrpSpPr/>
            <p:nvPr/>
          </p:nvGrpSpPr>
          <p:grpSpPr>
            <a:xfrm>
              <a:off x="6942221" y="3315838"/>
              <a:ext cx="1247775" cy="1247775"/>
              <a:chOff x="6942221" y="3315838"/>
              <a:chExt cx="1247775" cy="1247775"/>
            </a:xfrm>
          </p:grpSpPr>
          <p:sp>
            <p:nvSpPr>
              <p:cNvPr id="157" name="Ellipse 156">
                <a:extLst>
                  <a:ext uri="{FF2B5EF4-FFF2-40B4-BE49-F238E27FC236}">
                    <a16:creationId xmlns:a16="http://schemas.microsoft.com/office/drawing/2014/main" id="{AD6158BE-13A8-CDB8-60F5-600B5D253159}"/>
                  </a:ext>
                </a:extLst>
              </p:cNvPr>
              <p:cNvSpPr/>
              <p:nvPr/>
            </p:nvSpPr>
            <p:spPr>
              <a:xfrm>
                <a:off x="6942221" y="3315838"/>
                <a:ext cx="1247775" cy="1247775"/>
              </a:xfrm>
              <a:prstGeom prst="ellipse">
                <a:avLst/>
              </a:prstGeom>
              <a:solidFill>
                <a:srgbClr val="8FAADC"/>
              </a:solidFill>
              <a:ln w="1143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sp>
            <p:nvSpPr>
              <p:cNvPr id="158" name="Ellipse 157">
                <a:extLst>
                  <a:ext uri="{FF2B5EF4-FFF2-40B4-BE49-F238E27FC236}">
                    <a16:creationId xmlns:a16="http://schemas.microsoft.com/office/drawing/2014/main" id="{AE42FECB-6739-6BC6-96DC-C62F36BEC133}"/>
                  </a:ext>
                </a:extLst>
              </p:cNvPr>
              <p:cNvSpPr/>
              <p:nvPr/>
            </p:nvSpPr>
            <p:spPr>
              <a:xfrm>
                <a:off x="7343697" y="3725029"/>
                <a:ext cx="429392" cy="42939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1143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</p:grpSp>
      </p:grpSp>
      <p:grpSp>
        <p:nvGrpSpPr>
          <p:cNvPr id="161" name="Groupe 160">
            <a:extLst>
              <a:ext uri="{FF2B5EF4-FFF2-40B4-BE49-F238E27FC236}">
                <a16:creationId xmlns:a16="http://schemas.microsoft.com/office/drawing/2014/main" id="{F54DB141-C657-DC74-F0CA-BE3413C3C7DC}"/>
              </a:ext>
            </a:extLst>
          </p:cNvPr>
          <p:cNvGrpSpPr/>
          <p:nvPr/>
        </p:nvGrpSpPr>
        <p:grpSpPr>
          <a:xfrm>
            <a:off x="5379058" y="3848285"/>
            <a:ext cx="3423160" cy="2416866"/>
            <a:chOff x="4732021" y="3465534"/>
            <a:chExt cx="4427220" cy="3125766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07DB5CEE-C74F-1494-2D75-3697DB6251A2}"/>
                </a:ext>
              </a:extLst>
            </p:cNvPr>
            <p:cNvSpPr/>
            <p:nvPr/>
          </p:nvSpPr>
          <p:spPr>
            <a:xfrm>
              <a:off x="4732021" y="3520440"/>
              <a:ext cx="4427220" cy="30708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63" name="Rectangle : coins arrondis 162">
              <a:extLst>
                <a:ext uri="{FF2B5EF4-FFF2-40B4-BE49-F238E27FC236}">
                  <a16:creationId xmlns:a16="http://schemas.microsoft.com/office/drawing/2014/main" id="{31CE8F6F-9C94-C98A-8B44-59287BC7DA3F}"/>
                </a:ext>
              </a:extLst>
            </p:cNvPr>
            <p:cNvSpPr/>
            <p:nvPr/>
          </p:nvSpPr>
          <p:spPr>
            <a:xfrm>
              <a:off x="4732021" y="3465534"/>
              <a:ext cx="4427220" cy="3070860"/>
            </a:xfrm>
            <a:prstGeom prst="roundRect">
              <a:avLst>
                <a:gd name="adj" fmla="val 0"/>
              </a:avLst>
            </a:prstGeom>
            <a:noFill/>
            <a:ln w="190500">
              <a:solidFill>
                <a:srgbClr val="8FAADC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64" name="Rectangle : coins arrondis 163">
              <a:extLst>
                <a:ext uri="{FF2B5EF4-FFF2-40B4-BE49-F238E27FC236}">
                  <a16:creationId xmlns:a16="http://schemas.microsoft.com/office/drawing/2014/main" id="{E93E2FEA-A730-DEF7-574D-6E5CDEACC351}"/>
                </a:ext>
              </a:extLst>
            </p:cNvPr>
            <p:cNvSpPr/>
            <p:nvPr/>
          </p:nvSpPr>
          <p:spPr>
            <a:xfrm>
              <a:off x="5182596" y="3791592"/>
              <a:ext cx="3526069" cy="1743735"/>
            </a:xfrm>
            <a:prstGeom prst="roundRect">
              <a:avLst/>
            </a:prstGeom>
            <a:solidFill>
              <a:srgbClr val="C9E2B8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dirty="0"/>
            </a:p>
          </p:txBody>
        </p:sp>
        <p:sp>
          <p:nvSpPr>
            <p:cNvPr id="165" name="Ellipse 164">
              <a:extLst>
                <a:ext uri="{FF2B5EF4-FFF2-40B4-BE49-F238E27FC236}">
                  <a16:creationId xmlns:a16="http://schemas.microsoft.com/office/drawing/2014/main" id="{74DCE8C1-97EF-4F94-F089-18B6F59E8847}"/>
                </a:ext>
              </a:extLst>
            </p:cNvPr>
            <p:cNvSpPr/>
            <p:nvPr/>
          </p:nvSpPr>
          <p:spPr>
            <a:xfrm>
              <a:off x="5218302" y="5802132"/>
              <a:ext cx="472909" cy="47290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66" name="Ellipse 165">
              <a:extLst>
                <a:ext uri="{FF2B5EF4-FFF2-40B4-BE49-F238E27FC236}">
                  <a16:creationId xmlns:a16="http://schemas.microsoft.com/office/drawing/2014/main" id="{BA6D0C56-FCDE-5E25-510D-FFA18B2BE0DE}"/>
                </a:ext>
              </a:extLst>
            </p:cNvPr>
            <p:cNvSpPr/>
            <p:nvPr/>
          </p:nvSpPr>
          <p:spPr>
            <a:xfrm>
              <a:off x="6715862" y="5799406"/>
              <a:ext cx="472909" cy="47290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67" name="Ellipse 166">
              <a:extLst>
                <a:ext uri="{FF2B5EF4-FFF2-40B4-BE49-F238E27FC236}">
                  <a16:creationId xmlns:a16="http://schemas.microsoft.com/office/drawing/2014/main" id="{342CC096-E104-8AA7-F1E7-D5C46634BC00}"/>
                </a:ext>
              </a:extLst>
            </p:cNvPr>
            <p:cNvSpPr/>
            <p:nvPr/>
          </p:nvSpPr>
          <p:spPr>
            <a:xfrm>
              <a:off x="8152931" y="5799407"/>
              <a:ext cx="472909" cy="47290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68" name="Forme libre : forme 167">
              <a:extLst>
                <a:ext uri="{FF2B5EF4-FFF2-40B4-BE49-F238E27FC236}">
                  <a16:creationId xmlns:a16="http://schemas.microsoft.com/office/drawing/2014/main" id="{54E60447-18D0-A6F2-4DE5-5D61C0CCA470}"/>
                </a:ext>
              </a:extLst>
            </p:cNvPr>
            <p:cNvSpPr/>
            <p:nvPr/>
          </p:nvSpPr>
          <p:spPr>
            <a:xfrm>
              <a:off x="5218302" y="4029524"/>
              <a:ext cx="3460878" cy="1228276"/>
            </a:xfrm>
            <a:custGeom>
              <a:avLst/>
              <a:gdLst>
                <a:gd name="connsiteX0" fmla="*/ 0 w 3500284"/>
                <a:gd name="connsiteY0" fmla="*/ 1239964 h 1426790"/>
                <a:gd name="connsiteX1" fmla="*/ 668593 w 3500284"/>
                <a:gd name="connsiteY1" fmla="*/ 1100 h 1426790"/>
                <a:gd name="connsiteX2" fmla="*/ 1297858 w 3500284"/>
                <a:gd name="connsiteY2" fmla="*/ 1426777 h 1426790"/>
                <a:gd name="connsiteX3" fmla="*/ 1887793 w 3500284"/>
                <a:gd name="connsiteY3" fmla="*/ 30596 h 1426790"/>
                <a:gd name="connsiteX4" fmla="*/ 2507226 w 3500284"/>
                <a:gd name="connsiteY4" fmla="*/ 1426777 h 1426790"/>
                <a:gd name="connsiteX5" fmla="*/ 2930013 w 3500284"/>
                <a:gd name="connsiteY5" fmla="*/ 60093 h 1426790"/>
                <a:gd name="connsiteX6" fmla="*/ 3500284 w 3500284"/>
                <a:gd name="connsiteY6" fmla="*/ 974493 h 1426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0284" h="1426790">
                  <a:moveTo>
                    <a:pt x="0" y="1239964"/>
                  </a:moveTo>
                  <a:cubicBezTo>
                    <a:pt x="226141" y="604964"/>
                    <a:pt x="452283" y="-30035"/>
                    <a:pt x="668593" y="1100"/>
                  </a:cubicBezTo>
                  <a:cubicBezTo>
                    <a:pt x="884903" y="32235"/>
                    <a:pt x="1094658" y="1421861"/>
                    <a:pt x="1297858" y="1426777"/>
                  </a:cubicBezTo>
                  <a:cubicBezTo>
                    <a:pt x="1501058" y="1431693"/>
                    <a:pt x="1686232" y="30596"/>
                    <a:pt x="1887793" y="30596"/>
                  </a:cubicBezTo>
                  <a:cubicBezTo>
                    <a:pt x="2089354" y="30596"/>
                    <a:pt x="2333523" y="1421861"/>
                    <a:pt x="2507226" y="1426777"/>
                  </a:cubicBezTo>
                  <a:cubicBezTo>
                    <a:pt x="2680929" y="1431693"/>
                    <a:pt x="2764503" y="135474"/>
                    <a:pt x="2930013" y="60093"/>
                  </a:cubicBezTo>
                  <a:cubicBezTo>
                    <a:pt x="3095523" y="-15288"/>
                    <a:pt x="3351162" y="825370"/>
                    <a:pt x="3500284" y="974493"/>
                  </a:cubicBezTo>
                </a:path>
              </a:pathLst>
            </a:custGeom>
            <a:noFill/>
            <a:ln w="127000" cap="rnd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7C6290AB-532D-309D-816B-230E678122F4}"/>
                  </a:ext>
                </a:extLst>
              </p:cNvPr>
              <p:cNvSpPr txBox="1"/>
              <p:nvPr/>
            </p:nvSpPr>
            <p:spPr>
              <a:xfrm>
                <a:off x="9225164" y="505827"/>
                <a:ext cx="2022220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CA" sz="7200" b="1" i="1" spc="-300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CA" sz="7200" b="1" i="1" spc="-30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7200" b="1" i="1" spc="-30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CA" sz="7200" b="1" i="1" spc="-30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sz="7200" b="1" i="1" spc="-300" dirty="0"/>
              </a:p>
            </p:txBody>
          </p:sp>
        </mc:Choice>
        <mc:Fallback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7C6290AB-532D-309D-816B-230E67812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5164" y="505827"/>
                <a:ext cx="2022220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6498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e 18">
            <a:extLst>
              <a:ext uri="{FF2B5EF4-FFF2-40B4-BE49-F238E27FC236}">
                <a16:creationId xmlns:a16="http://schemas.microsoft.com/office/drawing/2014/main" id="{9349F811-D107-1F39-767D-C8A98088D159}"/>
              </a:ext>
            </a:extLst>
          </p:cNvPr>
          <p:cNvGrpSpPr/>
          <p:nvPr/>
        </p:nvGrpSpPr>
        <p:grpSpPr>
          <a:xfrm>
            <a:off x="480759" y="281546"/>
            <a:ext cx="2311400" cy="2783840"/>
            <a:chOff x="1137920" y="477520"/>
            <a:chExt cx="2311400" cy="2783840"/>
          </a:xfrm>
        </p:grpSpPr>
        <p:sp>
          <p:nvSpPr>
            <p:cNvPr id="4" name="Rectangle : coins arrondis 3">
              <a:extLst>
                <a:ext uri="{FF2B5EF4-FFF2-40B4-BE49-F238E27FC236}">
                  <a16:creationId xmlns:a16="http://schemas.microsoft.com/office/drawing/2014/main" id="{14177AF7-95A5-BCBF-B2E7-581F23DAC846}"/>
                </a:ext>
              </a:extLst>
            </p:cNvPr>
            <p:cNvSpPr/>
            <p:nvPr/>
          </p:nvSpPr>
          <p:spPr>
            <a:xfrm>
              <a:off x="1732280" y="477520"/>
              <a:ext cx="1717040" cy="2255520"/>
            </a:xfrm>
            <a:prstGeom prst="roundRect">
              <a:avLst>
                <a:gd name="adj" fmla="val 3649"/>
              </a:avLst>
            </a:prstGeom>
            <a:solidFill>
              <a:schemeClr val="bg1">
                <a:lumMod val="95000"/>
              </a:schemeClr>
            </a:solidFill>
            <a:ln w="203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19288E8E-A857-EFC9-39A7-242A899E3606}"/>
                </a:ext>
              </a:extLst>
            </p:cNvPr>
            <p:cNvSpPr/>
            <p:nvPr/>
          </p:nvSpPr>
          <p:spPr>
            <a:xfrm>
              <a:off x="1137920" y="1005840"/>
              <a:ext cx="1717040" cy="2255520"/>
            </a:xfrm>
            <a:prstGeom prst="roundRect">
              <a:avLst>
                <a:gd name="adj" fmla="val 3649"/>
              </a:avLst>
            </a:prstGeom>
            <a:solidFill>
              <a:schemeClr val="bg1"/>
            </a:solidFill>
            <a:ln w="203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88B61259-6C4A-0D99-2292-7C78C2EC6E16}"/>
              </a:ext>
            </a:extLst>
          </p:cNvPr>
          <p:cNvGrpSpPr/>
          <p:nvPr/>
        </p:nvGrpSpPr>
        <p:grpSpPr>
          <a:xfrm>
            <a:off x="3614066" y="111760"/>
            <a:ext cx="2057038" cy="1975524"/>
            <a:chOff x="8738781" y="3839941"/>
            <a:chExt cx="2057038" cy="1975524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BFE39415-0C99-9CF3-7BD4-223A6E766AC4}"/>
                </a:ext>
              </a:extLst>
            </p:cNvPr>
            <p:cNvGrpSpPr/>
            <p:nvPr/>
          </p:nvGrpSpPr>
          <p:grpSpPr>
            <a:xfrm>
              <a:off x="8738781" y="3839941"/>
              <a:ext cx="2057038" cy="1975524"/>
              <a:chOff x="8738781" y="3839941"/>
              <a:chExt cx="2057038" cy="1975524"/>
            </a:xfrm>
          </p:grpSpPr>
          <p:grpSp>
            <p:nvGrpSpPr>
              <p:cNvPr id="37" name="Groupe 36">
                <a:extLst>
                  <a:ext uri="{FF2B5EF4-FFF2-40B4-BE49-F238E27FC236}">
                    <a16:creationId xmlns:a16="http://schemas.microsoft.com/office/drawing/2014/main" id="{8C05B421-5443-6A06-FE42-F26AC0CB665F}"/>
                  </a:ext>
                </a:extLst>
              </p:cNvPr>
              <p:cNvGrpSpPr/>
              <p:nvPr/>
            </p:nvGrpSpPr>
            <p:grpSpPr>
              <a:xfrm>
                <a:off x="8738781" y="3839941"/>
                <a:ext cx="2057038" cy="1975524"/>
                <a:chOff x="5424610" y="4695347"/>
                <a:chExt cx="1185740" cy="1138753"/>
              </a:xfrm>
            </p:grpSpPr>
            <p:pic>
              <p:nvPicPr>
                <p:cNvPr id="32" name="Graphique 31" descr="Épingle avec un remplissage uni">
                  <a:extLst>
                    <a:ext uri="{FF2B5EF4-FFF2-40B4-BE49-F238E27FC236}">
                      <a16:creationId xmlns:a16="http://schemas.microsoft.com/office/drawing/2014/main" id="{2A28674A-D080-FA8A-CE11-31CCAEF716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5424610" y="4695347"/>
                  <a:ext cx="1185740" cy="1138753"/>
                </a:xfrm>
                <a:prstGeom prst="rect">
                  <a:avLst/>
                </a:prstGeom>
              </p:spPr>
            </p:pic>
            <p:cxnSp>
              <p:nvCxnSpPr>
                <p:cNvPr id="34" name="Connecteur droit 33">
                  <a:extLst>
                    <a:ext uri="{FF2B5EF4-FFF2-40B4-BE49-F238E27FC236}">
                      <a16:creationId xmlns:a16="http://schemas.microsoft.com/office/drawing/2014/main" id="{DB988EB8-C879-0DE1-AE3D-7716F38AC8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41194" y="5384727"/>
                  <a:ext cx="159544" cy="149298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" name="Connecteur droit 2">
                <a:extLst>
                  <a:ext uri="{FF2B5EF4-FFF2-40B4-BE49-F238E27FC236}">
                    <a16:creationId xmlns:a16="http://schemas.microsoft.com/office/drawing/2014/main" id="{B75F72E7-3035-DD4D-AFB4-F069175495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91650" y="4733925"/>
                <a:ext cx="461963" cy="425357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Connecteur droit 7">
              <a:extLst>
                <a:ext uri="{FF2B5EF4-FFF2-40B4-BE49-F238E27FC236}">
                  <a16:creationId xmlns:a16="http://schemas.microsoft.com/office/drawing/2014/main" id="{309C89A1-DDB3-4688-0629-FF31E6418CA4}"/>
                </a:ext>
              </a:extLst>
            </p:cNvPr>
            <p:cNvCxnSpPr>
              <a:cxnSpLocks/>
            </p:cNvCxnSpPr>
            <p:nvPr/>
          </p:nvCxnSpPr>
          <p:spPr>
            <a:xfrm>
              <a:off x="9853613" y="4398169"/>
              <a:ext cx="361950" cy="33575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1A51F401-5065-5941-EF37-C3F1DD887262}"/>
              </a:ext>
            </a:extLst>
          </p:cNvPr>
          <p:cNvGrpSpPr/>
          <p:nvPr/>
        </p:nvGrpSpPr>
        <p:grpSpPr>
          <a:xfrm>
            <a:off x="5889388" y="230660"/>
            <a:ext cx="2057038" cy="1975524"/>
            <a:chOff x="9520244" y="4010534"/>
            <a:chExt cx="2057038" cy="1975524"/>
          </a:xfrm>
        </p:grpSpPr>
        <p:grpSp>
          <p:nvGrpSpPr>
            <p:cNvPr id="2" name="Groupe 1">
              <a:extLst>
                <a:ext uri="{FF2B5EF4-FFF2-40B4-BE49-F238E27FC236}">
                  <a16:creationId xmlns:a16="http://schemas.microsoft.com/office/drawing/2014/main" id="{DF0CD381-5013-5291-1AB8-3F734FCFDA28}"/>
                </a:ext>
              </a:extLst>
            </p:cNvPr>
            <p:cNvGrpSpPr/>
            <p:nvPr/>
          </p:nvGrpSpPr>
          <p:grpSpPr>
            <a:xfrm>
              <a:off x="9520244" y="4010534"/>
              <a:ext cx="2057038" cy="1975524"/>
              <a:chOff x="8738781" y="3839941"/>
              <a:chExt cx="2057038" cy="1975524"/>
            </a:xfrm>
          </p:grpSpPr>
          <p:grpSp>
            <p:nvGrpSpPr>
              <p:cNvPr id="6" name="Groupe 5">
                <a:extLst>
                  <a:ext uri="{FF2B5EF4-FFF2-40B4-BE49-F238E27FC236}">
                    <a16:creationId xmlns:a16="http://schemas.microsoft.com/office/drawing/2014/main" id="{61AE95F2-D728-97F5-DB82-800A2899ADBD}"/>
                  </a:ext>
                </a:extLst>
              </p:cNvPr>
              <p:cNvGrpSpPr/>
              <p:nvPr/>
            </p:nvGrpSpPr>
            <p:grpSpPr>
              <a:xfrm>
                <a:off x="8738781" y="3839941"/>
                <a:ext cx="2057038" cy="1975524"/>
                <a:chOff x="8738781" y="3839941"/>
                <a:chExt cx="2057038" cy="1975524"/>
              </a:xfrm>
            </p:grpSpPr>
            <p:grpSp>
              <p:nvGrpSpPr>
                <p:cNvPr id="10" name="Groupe 9">
                  <a:extLst>
                    <a:ext uri="{FF2B5EF4-FFF2-40B4-BE49-F238E27FC236}">
                      <a16:creationId xmlns:a16="http://schemas.microsoft.com/office/drawing/2014/main" id="{30671D76-A8F8-D31D-4DF9-5E46BB275D66}"/>
                    </a:ext>
                  </a:extLst>
                </p:cNvPr>
                <p:cNvGrpSpPr/>
                <p:nvPr/>
              </p:nvGrpSpPr>
              <p:grpSpPr>
                <a:xfrm>
                  <a:off x="8738781" y="3839941"/>
                  <a:ext cx="2057038" cy="1975524"/>
                  <a:chOff x="5424610" y="4695347"/>
                  <a:chExt cx="1185740" cy="1138753"/>
                </a:xfrm>
              </p:grpSpPr>
              <p:pic>
                <p:nvPicPr>
                  <p:cNvPr id="13" name="Graphique 12" descr="Épingle avec un remplissage uni">
                    <a:extLst>
                      <a:ext uri="{FF2B5EF4-FFF2-40B4-BE49-F238E27FC236}">
                        <a16:creationId xmlns:a16="http://schemas.microsoft.com/office/drawing/2014/main" id="{2F2F6C49-3C48-20F9-B815-661FF64F05A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5424610" y="4695347"/>
                    <a:ext cx="1185740" cy="1138753"/>
                  </a:xfrm>
                  <a:prstGeom prst="rect">
                    <a:avLst/>
                  </a:prstGeom>
                </p:spPr>
              </p:pic>
              <p:cxnSp>
                <p:nvCxnSpPr>
                  <p:cNvPr id="14" name="Connecteur droit 13">
                    <a:extLst>
                      <a:ext uri="{FF2B5EF4-FFF2-40B4-BE49-F238E27FC236}">
                        <a16:creationId xmlns:a16="http://schemas.microsoft.com/office/drawing/2014/main" id="{62B614ED-AB2E-605A-B681-B5CE815E19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741194" y="5384727"/>
                    <a:ext cx="159544" cy="149298"/>
                  </a:xfrm>
                  <a:prstGeom prst="line">
                    <a:avLst/>
                  </a:prstGeom>
                  <a:ln w="571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2" name="Connecteur droit 11">
                  <a:extLst>
                    <a:ext uri="{FF2B5EF4-FFF2-40B4-BE49-F238E27FC236}">
                      <a16:creationId xmlns:a16="http://schemas.microsoft.com/office/drawing/2014/main" id="{FFE2E0B8-A7FF-E8A7-8663-51D4E6923A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1650" y="4733925"/>
                  <a:ext cx="461963" cy="425357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" name="Connecteur droit 8">
                <a:extLst>
                  <a:ext uri="{FF2B5EF4-FFF2-40B4-BE49-F238E27FC236}">
                    <a16:creationId xmlns:a16="http://schemas.microsoft.com/office/drawing/2014/main" id="{B3B24AB5-834F-01CC-4D7E-E086DA5F4E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53613" y="4398169"/>
                <a:ext cx="361950" cy="335756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CC986E8-A64A-A292-D2BC-66F56EA33301}"/>
                </a:ext>
              </a:extLst>
            </p:cNvPr>
            <p:cNvSpPr/>
            <p:nvPr/>
          </p:nvSpPr>
          <p:spPr>
            <a:xfrm rot="15159515">
              <a:off x="9742623" y="4871346"/>
              <a:ext cx="1617727" cy="249211"/>
            </a:xfrm>
            <a:prstGeom prst="rect">
              <a:avLst/>
            </a:prstGeom>
            <a:solidFill>
              <a:schemeClr val="tx1"/>
            </a:solidFill>
            <a:ln w="1492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dirty="0"/>
            </a:p>
          </p:txBody>
        </p:sp>
      </p:grp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B14617D4-0660-1CA1-050A-FF2A34AB9A21}"/>
              </a:ext>
            </a:extLst>
          </p:cNvPr>
          <p:cNvCxnSpPr>
            <a:cxnSpLocks/>
          </p:cNvCxnSpPr>
          <p:nvPr/>
        </p:nvCxnSpPr>
        <p:spPr>
          <a:xfrm>
            <a:off x="667619" y="4220269"/>
            <a:ext cx="0" cy="1828800"/>
          </a:xfrm>
          <a:prstGeom prst="line">
            <a:avLst/>
          </a:prstGeom>
          <a:ln w="1524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riangle isocèle 41">
            <a:extLst>
              <a:ext uri="{FF2B5EF4-FFF2-40B4-BE49-F238E27FC236}">
                <a16:creationId xmlns:a16="http://schemas.microsoft.com/office/drawing/2014/main" id="{575B8503-23ED-2131-7905-ADF4A1EB87DC}"/>
              </a:ext>
            </a:extLst>
          </p:cNvPr>
          <p:cNvSpPr/>
          <p:nvPr/>
        </p:nvSpPr>
        <p:spPr>
          <a:xfrm rot="5400000">
            <a:off x="797422" y="4090467"/>
            <a:ext cx="833892" cy="1093497"/>
          </a:xfrm>
          <a:prstGeom prst="triangle">
            <a:avLst/>
          </a:prstGeom>
          <a:solidFill>
            <a:schemeClr val="accent2">
              <a:lumMod val="60000"/>
              <a:lumOff val="40000"/>
            </a:schemeClr>
          </a:solidFill>
          <a:ln w="76200"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207A32C2-CCAE-1E28-B1C3-AEC002D2A288}"/>
              </a:ext>
            </a:extLst>
          </p:cNvPr>
          <p:cNvCxnSpPr>
            <a:cxnSpLocks/>
          </p:cNvCxnSpPr>
          <p:nvPr/>
        </p:nvCxnSpPr>
        <p:spPr>
          <a:xfrm>
            <a:off x="2610551" y="4549336"/>
            <a:ext cx="0" cy="1828800"/>
          </a:xfrm>
          <a:prstGeom prst="line">
            <a:avLst/>
          </a:prstGeom>
          <a:ln w="1524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riangle isocèle 43">
            <a:extLst>
              <a:ext uri="{FF2B5EF4-FFF2-40B4-BE49-F238E27FC236}">
                <a16:creationId xmlns:a16="http://schemas.microsoft.com/office/drawing/2014/main" id="{5E326A4A-D092-DA5A-5DCF-5C246E5EF14D}"/>
              </a:ext>
            </a:extLst>
          </p:cNvPr>
          <p:cNvSpPr/>
          <p:nvPr/>
        </p:nvSpPr>
        <p:spPr>
          <a:xfrm rot="16200000">
            <a:off x="1646857" y="4419533"/>
            <a:ext cx="833892" cy="1093497"/>
          </a:xfrm>
          <a:prstGeom prst="triangle">
            <a:avLst/>
          </a:prstGeom>
          <a:solidFill>
            <a:srgbClr val="ABD190"/>
          </a:solidFill>
          <a:ln w="76200"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03FCDD5F-7325-D0FB-6966-75D07A78537A}"/>
              </a:ext>
            </a:extLst>
          </p:cNvPr>
          <p:cNvGrpSpPr/>
          <p:nvPr/>
        </p:nvGrpSpPr>
        <p:grpSpPr>
          <a:xfrm>
            <a:off x="3629458" y="2346002"/>
            <a:ext cx="1848051" cy="1848051"/>
            <a:chOff x="3699583" y="4220269"/>
            <a:chExt cx="1848051" cy="1848051"/>
          </a:xfrm>
        </p:grpSpPr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0FCDBBB1-31FB-4191-9EF2-4E660A357B7E}"/>
                </a:ext>
              </a:extLst>
            </p:cNvPr>
            <p:cNvCxnSpPr/>
            <p:nvPr/>
          </p:nvCxnSpPr>
          <p:spPr>
            <a:xfrm>
              <a:off x="4291610" y="4220269"/>
              <a:ext cx="0" cy="1848051"/>
            </a:xfrm>
            <a:prstGeom prst="line">
              <a:avLst/>
            </a:prstGeom>
            <a:ln w="2032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29B166C5-1571-9D98-AA45-EDEBBF9A05CD}"/>
                </a:ext>
              </a:extLst>
            </p:cNvPr>
            <p:cNvCxnSpPr/>
            <p:nvPr/>
          </p:nvCxnSpPr>
          <p:spPr>
            <a:xfrm>
              <a:off x="4997956" y="4220269"/>
              <a:ext cx="0" cy="1848051"/>
            </a:xfrm>
            <a:prstGeom prst="line">
              <a:avLst/>
            </a:prstGeom>
            <a:ln w="2032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595B7F64-40D6-6A70-A4C4-0CF03DD05D10}"/>
                </a:ext>
              </a:extLst>
            </p:cNvPr>
            <p:cNvGrpSpPr/>
            <p:nvPr/>
          </p:nvGrpSpPr>
          <p:grpSpPr>
            <a:xfrm rot="5400000">
              <a:off x="4271105" y="4220267"/>
              <a:ext cx="705007" cy="1848051"/>
              <a:chOff x="7810275" y="3665620"/>
              <a:chExt cx="705007" cy="1848051"/>
            </a:xfrm>
          </p:grpSpPr>
          <p:cxnSp>
            <p:nvCxnSpPr>
              <p:cNvPr id="21" name="Connecteur droit 20">
                <a:extLst>
                  <a:ext uri="{FF2B5EF4-FFF2-40B4-BE49-F238E27FC236}">
                    <a16:creationId xmlns:a16="http://schemas.microsoft.com/office/drawing/2014/main" id="{85616182-AF4A-FECE-6074-3C081778783D}"/>
                  </a:ext>
                </a:extLst>
              </p:cNvPr>
              <p:cNvCxnSpPr/>
              <p:nvPr/>
            </p:nvCxnSpPr>
            <p:spPr>
              <a:xfrm>
                <a:off x="7810275" y="3665620"/>
                <a:ext cx="0" cy="1848051"/>
              </a:xfrm>
              <a:prstGeom prst="line">
                <a:avLst/>
              </a:prstGeom>
              <a:ln w="2032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necteur droit 21">
                <a:extLst>
                  <a:ext uri="{FF2B5EF4-FFF2-40B4-BE49-F238E27FC236}">
                    <a16:creationId xmlns:a16="http://schemas.microsoft.com/office/drawing/2014/main" id="{F27161C8-9B1B-FA48-87A0-5A555645BF5D}"/>
                  </a:ext>
                </a:extLst>
              </p:cNvPr>
              <p:cNvCxnSpPr/>
              <p:nvPr/>
            </p:nvCxnSpPr>
            <p:spPr>
              <a:xfrm>
                <a:off x="8515282" y="3665620"/>
                <a:ext cx="0" cy="1848051"/>
              </a:xfrm>
              <a:prstGeom prst="line">
                <a:avLst/>
              </a:prstGeom>
              <a:ln w="2032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0C807909-694C-48E2-8143-D22AE60CA5B0}"/>
              </a:ext>
            </a:extLst>
          </p:cNvPr>
          <p:cNvGrpSpPr/>
          <p:nvPr/>
        </p:nvGrpSpPr>
        <p:grpSpPr>
          <a:xfrm>
            <a:off x="3753743" y="4796700"/>
            <a:ext cx="1723766" cy="1731267"/>
            <a:chOff x="7149517" y="4041575"/>
            <a:chExt cx="1723766" cy="1731267"/>
          </a:xfrm>
        </p:grpSpPr>
        <p:cxnSp>
          <p:nvCxnSpPr>
            <p:cNvPr id="24" name="Connecteur droit avec flèche 23">
              <a:extLst>
                <a:ext uri="{FF2B5EF4-FFF2-40B4-BE49-F238E27FC236}">
                  <a16:creationId xmlns:a16="http://schemas.microsoft.com/office/drawing/2014/main" id="{5147A507-7533-AC79-EE31-36BE616EB8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06689" y="4090737"/>
              <a:ext cx="10642" cy="1643313"/>
            </a:xfrm>
            <a:prstGeom prst="straightConnector1">
              <a:avLst/>
            </a:prstGeom>
            <a:ln w="152400" cap="rnd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761FF51F-DA73-E6DC-B68A-D177342CAF07}"/>
                </a:ext>
              </a:extLst>
            </p:cNvPr>
            <p:cNvSpPr txBox="1"/>
            <p:nvPr/>
          </p:nvSpPr>
          <p:spPr>
            <a:xfrm>
              <a:off x="7946426" y="4304561"/>
              <a:ext cx="926857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8000" b="1" dirty="0">
                  <a:latin typeface="DejaVu Sans" panose="020B0603030804020204" pitchFamily="34" charset="0"/>
                  <a:ea typeface="DejaVu Sans" panose="020B0603030804020204" pitchFamily="34" charset="0"/>
                  <a:cs typeface="DejaVu Sans" panose="020B0603030804020204" pitchFamily="34" charset="0"/>
                </a:rPr>
                <a:t>Y</a:t>
              </a:r>
            </a:p>
          </p:txBody>
        </p:sp>
        <p:cxnSp>
          <p:nvCxnSpPr>
            <p:cNvPr id="29" name="Connecteur droit 28">
              <a:extLst>
                <a:ext uri="{FF2B5EF4-FFF2-40B4-BE49-F238E27FC236}">
                  <a16:creationId xmlns:a16="http://schemas.microsoft.com/office/drawing/2014/main" id="{669D8279-5C49-A9EC-C982-6691525F87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49518" y="4041575"/>
              <a:ext cx="1242007" cy="0"/>
            </a:xfrm>
            <a:prstGeom prst="line">
              <a:avLst/>
            </a:prstGeom>
            <a:ln w="1270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2CCEC863-6B5B-E31D-287D-B2AD2F87E6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49517" y="5772842"/>
              <a:ext cx="1242008" cy="0"/>
            </a:xfrm>
            <a:prstGeom prst="line">
              <a:avLst/>
            </a:prstGeom>
            <a:ln w="1270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157710FA-9069-88B6-659B-D92B4E215526}"/>
              </a:ext>
            </a:extLst>
          </p:cNvPr>
          <p:cNvGrpSpPr/>
          <p:nvPr/>
        </p:nvGrpSpPr>
        <p:grpSpPr>
          <a:xfrm>
            <a:off x="8617633" y="625034"/>
            <a:ext cx="3104786" cy="3162299"/>
            <a:chOff x="8531458" y="378718"/>
            <a:chExt cx="3104786" cy="3162299"/>
          </a:xfrm>
        </p:grpSpPr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0C65B518-6D94-57FB-76F9-7D2363FBC88F}"/>
                </a:ext>
              </a:extLst>
            </p:cNvPr>
            <p:cNvGrpSpPr/>
            <p:nvPr/>
          </p:nvGrpSpPr>
          <p:grpSpPr>
            <a:xfrm>
              <a:off x="8531458" y="378718"/>
              <a:ext cx="3104786" cy="3162299"/>
              <a:chOff x="567328" y="408215"/>
              <a:chExt cx="3889829" cy="3960000"/>
            </a:xfrm>
          </p:grpSpPr>
          <p:sp>
            <p:nvSpPr>
              <p:cNvPr id="49" name="Rectangle : coins arrondis 48">
                <a:extLst>
                  <a:ext uri="{FF2B5EF4-FFF2-40B4-BE49-F238E27FC236}">
                    <a16:creationId xmlns:a16="http://schemas.microsoft.com/office/drawing/2014/main" id="{9950D84D-0E9A-C5E1-83AD-1827F99B9B25}"/>
                  </a:ext>
                </a:extLst>
              </p:cNvPr>
              <p:cNvSpPr/>
              <p:nvPr/>
            </p:nvSpPr>
            <p:spPr>
              <a:xfrm>
                <a:off x="1072243" y="408215"/>
                <a:ext cx="2880000" cy="3960000"/>
              </a:xfrm>
              <a:prstGeom prst="roundRect">
                <a:avLst>
                  <a:gd name="adj" fmla="val 2997"/>
                </a:avLst>
              </a:prstGeom>
              <a:solidFill>
                <a:schemeClr val="bg1"/>
              </a:solidFill>
              <a:ln w="177800">
                <a:solidFill>
                  <a:srgbClr val="2F528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58F58EB1-4B81-019A-4D4C-F42DAC87782B}"/>
                  </a:ext>
                </a:extLst>
              </p:cNvPr>
              <p:cNvSpPr/>
              <p:nvPr/>
            </p:nvSpPr>
            <p:spPr>
              <a:xfrm>
                <a:off x="567328" y="2562226"/>
                <a:ext cx="3889829" cy="1240064"/>
              </a:xfrm>
              <a:prstGeom prst="rect">
                <a:avLst/>
              </a:prstGeom>
              <a:solidFill>
                <a:srgbClr val="8FAADC"/>
              </a:solidFill>
              <a:ln w="190500">
                <a:solidFill>
                  <a:srgbClr val="2F528F"/>
                </a:solidFill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CA" sz="7000" b="1" dirty="0" err="1">
                    <a:solidFill>
                      <a:schemeClr val="bg1"/>
                    </a:solidFill>
                    <a:latin typeface="DejaVu Sans" panose="020B0603030804020204" pitchFamily="34" charset="0"/>
                    <a:ea typeface="DejaVu Sans" panose="020B0603030804020204" pitchFamily="34" charset="0"/>
                    <a:cs typeface="DejaVu Sans" panose="020B0603030804020204" pitchFamily="34" charset="0"/>
                  </a:rPr>
                  <a:t>scval</a:t>
                </a:r>
                <a:endParaRPr lang="fr-CA" sz="7000" b="1" dirty="0">
                  <a:solidFill>
                    <a:schemeClr val="bg1"/>
                  </a:solidFill>
                  <a:latin typeface="DejaVu Sans" panose="020B0603030804020204" pitchFamily="34" charset="0"/>
                  <a:ea typeface="DejaVu Sans" panose="020B0603030804020204" pitchFamily="34" charset="0"/>
                  <a:cs typeface="DejaVu Sans" panose="020B0603030804020204" pitchFamily="34" charset="0"/>
                </a:endParaRPr>
              </a:p>
            </p:txBody>
          </p:sp>
          <p:cxnSp>
            <p:nvCxnSpPr>
              <p:cNvPr id="51" name="Connecteur droit 50">
                <a:extLst>
                  <a:ext uri="{FF2B5EF4-FFF2-40B4-BE49-F238E27FC236}">
                    <a16:creationId xmlns:a16="http://schemas.microsoft.com/office/drawing/2014/main" id="{7728EE1A-ACCA-81A0-9C55-10EF013ADE80}"/>
                  </a:ext>
                </a:extLst>
              </p:cNvPr>
              <p:cNvCxnSpPr/>
              <p:nvPr/>
            </p:nvCxnSpPr>
            <p:spPr>
              <a:xfrm>
                <a:off x="1613762" y="939288"/>
                <a:ext cx="1582057" cy="0"/>
              </a:xfrm>
              <a:prstGeom prst="line">
                <a:avLst/>
              </a:prstGeom>
              <a:ln w="139700" cap="rnd">
                <a:solidFill>
                  <a:srgbClr val="2F528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" name="Connecteur droit 46">
              <a:extLst>
                <a:ext uri="{FF2B5EF4-FFF2-40B4-BE49-F238E27FC236}">
                  <a16:creationId xmlns:a16="http://schemas.microsoft.com/office/drawing/2014/main" id="{B5209644-F71B-B89D-A38C-6527A3444238}"/>
                </a:ext>
              </a:extLst>
            </p:cNvPr>
            <p:cNvCxnSpPr/>
            <p:nvPr/>
          </p:nvCxnSpPr>
          <p:spPr>
            <a:xfrm>
              <a:off x="9366701" y="1269845"/>
              <a:ext cx="1262767" cy="0"/>
            </a:xfrm>
            <a:prstGeom prst="line">
              <a:avLst/>
            </a:prstGeom>
            <a:ln w="139700" cap="rnd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eur droit 47">
              <a:extLst>
                <a:ext uri="{FF2B5EF4-FFF2-40B4-BE49-F238E27FC236}">
                  <a16:creationId xmlns:a16="http://schemas.microsoft.com/office/drawing/2014/main" id="{C2DE41F9-FF19-0D18-591E-60A6718C7E06}"/>
                </a:ext>
              </a:extLst>
            </p:cNvPr>
            <p:cNvCxnSpPr/>
            <p:nvPr/>
          </p:nvCxnSpPr>
          <p:spPr>
            <a:xfrm>
              <a:off x="9366701" y="1731960"/>
              <a:ext cx="1262767" cy="0"/>
            </a:xfrm>
            <a:prstGeom prst="line">
              <a:avLst/>
            </a:prstGeom>
            <a:ln w="139700" cap="rnd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252CEEE-CBC4-AF76-1AB4-9F87A4D5E203}"/>
              </a:ext>
            </a:extLst>
          </p:cNvPr>
          <p:cNvGrpSpPr/>
          <p:nvPr/>
        </p:nvGrpSpPr>
        <p:grpSpPr>
          <a:xfrm>
            <a:off x="7096498" y="4758549"/>
            <a:ext cx="1699855" cy="1611093"/>
            <a:chOff x="5322094" y="2762250"/>
            <a:chExt cx="1163261" cy="1102519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57DF3538-558F-6BC6-E117-4E7B05DF4CA9}"/>
                </a:ext>
              </a:extLst>
            </p:cNvPr>
            <p:cNvSpPr/>
            <p:nvPr/>
          </p:nvSpPr>
          <p:spPr>
            <a:xfrm>
              <a:off x="5322094" y="2762250"/>
              <a:ext cx="1030664" cy="1102519"/>
            </a:xfrm>
            <a:custGeom>
              <a:avLst/>
              <a:gdLst>
                <a:gd name="csX0" fmla="*/ 26194 w 1026319"/>
                <a:gd name="csY0" fmla="*/ 1102519 h 1102519"/>
                <a:gd name="csX1" fmla="*/ 0 w 1026319"/>
                <a:gd name="csY1" fmla="*/ 135731 h 1102519"/>
                <a:gd name="csX2" fmla="*/ 116681 w 1026319"/>
                <a:gd name="csY2" fmla="*/ 14288 h 1102519"/>
                <a:gd name="csX3" fmla="*/ 397669 w 1026319"/>
                <a:gd name="csY3" fmla="*/ 0 h 1102519"/>
                <a:gd name="csX4" fmla="*/ 538162 w 1026319"/>
                <a:gd name="csY4" fmla="*/ 130969 h 1102519"/>
                <a:gd name="csX5" fmla="*/ 1023937 w 1026319"/>
                <a:gd name="csY5" fmla="*/ 71438 h 1102519"/>
                <a:gd name="csX6" fmla="*/ 1026319 w 1026319"/>
                <a:gd name="csY6" fmla="*/ 180975 h 1102519"/>
                <a:gd name="csX7" fmla="*/ 595312 w 1026319"/>
                <a:gd name="csY7" fmla="*/ 219075 h 1102519"/>
                <a:gd name="csX8" fmla="*/ 459581 w 1026319"/>
                <a:gd name="csY8" fmla="*/ 323850 h 1102519"/>
                <a:gd name="csX9" fmla="*/ 128587 w 1026319"/>
                <a:gd name="csY9" fmla="*/ 354806 h 1102519"/>
                <a:gd name="csX10" fmla="*/ 26194 w 1026319"/>
                <a:gd name="csY10" fmla="*/ 1102519 h 1102519"/>
                <a:gd name="csX0" fmla="*/ 26194 w 1026319"/>
                <a:gd name="csY0" fmla="*/ 1102519 h 1102519"/>
                <a:gd name="csX1" fmla="*/ 0 w 1026319"/>
                <a:gd name="csY1" fmla="*/ 135731 h 1102519"/>
                <a:gd name="csX2" fmla="*/ 116681 w 1026319"/>
                <a:gd name="csY2" fmla="*/ 14288 h 1102519"/>
                <a:gd name="csX3" fmla="*/ 397669 w 1026319"/>
                <a:gd name="csY3" fmla="*/ 0 h 1102519"/>
                <a:gd name="csX4" fmla="*/ 546853 w 1026319"/>
                <a:gd name="csY4" fmla="*/ 109242 h 1102519"/>
                <a:gd name="csX5" fmla="*/ 1023937 w 1026319"/>
                <a:gd name="csY5" fmla="*/ 71438 h 1102519"/>
                <a:gd name="csX6" fmla="*/ 1026319 w 1026319"/>
                <a:gd name="csY6" fmla="*/ 180975 h 1102519"/>
                <a:gd name="csX7" fmla="*/ 595312 w 1026319"/>
                <a:gd name="csY7" fmla="*/ 219075 h 1102519"/>
                <a:gd name="csX8" fmla="*/ 459581 w 1026319"/>
                <a:gd name="csY8" fmla="*/ 323850 h 1102519"/>
                <a:gd name="csX9" fmla="*/ 128587 w 1026319"/>
                <a:gd name="csY9" fmla="*/ 354806 h 1102519"/>
                <a:gd name="csX10" fmla="*/ 26194 w 1026319"/>
                <a:gd name="csY10" fmla="*/ 1102519 h 1102519"/>
                <a:gd name="csX0" fmla="*/ 26194 w 1030664"/>
                <a:gd name="csY0" fmla="*/ 1102519 h 1102519"/>
                <a:gd name="csX1" fmla="*/ 0 w 1030664"/>
                <a:gd name="csY1" fmla="*/ 135731 h 1102519"/>
                <a:gd name="csX2" fmla="*/ 116681 w 1030664"/>
                <a:gd name="csY2" fmla="*/ 14288 h 1102519"/>
                <a:gd name="csX3" fmla="*/ 397669 w 1030664"/>
                <a:gd name="csY3" fmla="*/ 0 h 1102519"/>
                <a:gd name="csX4" fmla="*/ 546853 w 1030664"/>
                <a:gd name="csY4" fmla="*/ 109242 h 1102519"/>
                <a:gd name="csX5" fmla="*/ 1023937 w 1030664"/>
                <a:gd name="csY5" fmla="*/ 71438 h 1102519"/>
                <a:gd name="csX6" fmla="*/ 1030664 w 1030664"/>
                <a:gd name="csY6" fmla="*/ 217912 h 1102519"/>
                <a:gd name="csX7" fmla="*/ 595312 w 1030664"/>
                <a:gd name="csY7" fmla="*/ 219075 h 1102519"/>
                <a:gd name="csX8" fmla="*/ 459581 w 1030664"/>
                <a:gd name="csY8" fmla="*/ 323850 h 1102519"/>
                <a:gd name="csX9" fmla="*/ 128587 w 1030664"/>
                <a:gd name="csY9" fmla="*/ 354806 h 1102519"/>
                <a:gd name="csX10" fmla="*/ 26194 w 1030664"/>
                <a:gd name="csY10" fmla="*/ 1102519 h 1102519"/>
                <a:gd name="csX0" fmla="*/ 26194 w 1030664"/>
                <a:gd name="csY0" fmla="*/ 1102519 h 1102519"/>
                <a:gd name="csX1" fmla="*/ 0 w 1030664"/>
                <a:gd name="csY1" fmla="*/ 135731 h 1102519"/>
                <a:gd name="csX2" fmla="*/ 116681 w 1030664"/>
                <a:gd name="csY2" fmla="*/ 14288 h 1102519"/>
                <a:gd name="csX3" fmla="*/ 397669 w 1030664"/>
                <a:gd name="csY3" fmla="*/ 0 h 1102519"/>
                <a:gd name="csX4" fmla="*/ 546853 w 1030664"/>
                <a:gd name="csY4" fmla="*/ 109242 h 1102519"/>
                <a:gd name="csX5" fmla="*/ 1023937 w 1030664"/>
                <a:gd name="csY5" fmla="*/ 71438 h 1102519"/>
                <a:gd name="csX6" fmla="*/ 1030664 w 1030664"/>
                <a:gd name="csY6" fmla="*/ 217912 h 1102519"/>
                <a:gd name="csX7" fmla="*/ 599657 w 1030664"/>
                <a:gd name="csY7" fmla="*/ 240803 h 1102519"/>
                <a:gd name="csX8" fmla="*/ 459581 w 1030664"/>
                <a:gd name="csY8" fmla="*/ 323850 h 1102519"/>
                <a:gd name="csX9" fmla="*/ 128587 w 1030664"/>
                <a:gd name="csY9" fmla="*/ 354806 h 1102519"/>
                <a:gd name="csX10" fmla="*/ 26194 w 1030664"/>
                <a:gd name="csY10" fmla="*/ 1102519 h 1102519"/>
                <a:gd name="csX0" fmla="*/ 26194 w 1030664"/>
                <a:gd name="csY0" fmla="*/ 1102519 h 1102519"/>
                <a:gd name="csX1" fmla="*/ 0 w 1030664"/>
                <a:gd name="csY1" fmla="*/ 135731 h 1102519"/>
                <a:gd name="csX2" fmla="*/ 116681 w 1030664"/>
                <a:gd name="csY2" fmla="*/ 14288 h 1102519"/>
                <a:gd name="csX3" fmla="*/ 397669 w 1030664"/>
                <a:gd name="csY3" fmla="*/ 0 h 1102519"/>
                <a:gd name="csX4" fmla="*/ 546853 w 1030664"/>
                <a:gd name="csY4" fmla="*/ 109242 h 1102519"/>
                <a:gd name="csX5" fmla="*/ 1023937 w 1030664"/>
                <a:gd name="csY5" fmla="*/ 71438 h 1102519"/>
                <a:gd name="csX6" fmla="*/ 1030664 w 1030664"/>
                <a:gd name="csY6" fmla="*/ 217912 h 1102519"/>
                <a:gd name="csX7" fmla="*/ 599657 w 1030664"/>
                <a:gd name="csY7" fmla="*/ 240803 h 1102519"/>
                <a:gd name="csX8" fmla="*/ 455235 w 1030664"/>
                <a:gd name="csY8" fmla="*/ 360787 h 1102519"/>
                <a:gd name="csX9" fmla="*/ 128587 w 1030664"/>
                <a:gd name="csY9" fmla="*/ 354806 h 1102519"/>
                <a:gd name="csX10" fmla="*/ 26194 w 1030664"/>
                <a:gd name="csY10" fmla="*/ 1102519 h 1102519"/>
                <a:gd name="csX0" fmla="*/ 26194 w 1030664"/>
                <a:gd name="csY0" fmla="*/ 1102519 h 1102519"/>
                <a:gd name="csX1" fmla="*/ 0 w 1030664"/>
                <a:gd name="csY1" fmla="*/ 135731 h 1102519"/>
                <a:gd name="csX2" fmla="*/ 116681 w 1030664"/>
                <a:gd name="csY2" fmla="*/ 14288 h 1102519"/>
                <a:gd name="csX3" fmla="*/ 397669 w 1030664"/>
                <a:gd name="csY3" fmla="*/ 0 h 1102519"/>
                <a:gd name="csX4" fmla="*/ 546853 w 1030664"/>
                <a:gd name="csY4" fmla="*/ 109242 h 1102519"/>
                <a:gd name="csX5" fmla="*/ 1023937 w 1030664"/>
                <a:gd name="csY5" fmla="*/ 71438 h 1102519"/>
                <a:gd name="csX6" fmla="*/ 1030664 w 1030664"/>
                <a:gd name="csY6" fmla="*/ 217912 h 1102519"/>
                <a:gd name="csX7" fmla="*/ 599657 w 1030664"/>
                <a:gd name="csY7" fmla="*/ 240803 h 1102519"/>
                <a:gd name="csX8" fmla="*/ 455235 w 1030664"/>
                <a:gd name="csY8" fmla="*/ 360787 h 1102519"/>
                <a:gd name="csX9" fmla="*/ 128587 w 1030664"/>
                <a:gd name="csY9" fmla="*/ 380879 h 1102519"/>
                <a:gd name="csX10" fmla="*/ 26194 w 1030664"/>
                <a:gd name="csY10" fmla="*/ 1102519 h 11025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030664" h="1102519">
                  <a:moveTo>
                    <a:pt x="26194" y="1102519"/>
                  </a:moveTo>
                  <a:lnTo>
                    <a:pt x="0" y="135731"/>
                  </a:lnTo>
                  <a:lnTo>
                    <a:pt x="116681" y="14288"/>
                  </a:lnTo>
                  <a:lnTo>
                    <a:pt x="397669" y="0"/>
                  </a:lnTo>
                  <a:lnTo>
                    <a:pt x="546853" y="109242"/>
                  </a:lnTo>
                  <a:lnTo>
                    <a:pt x="1023937" y="71438"/>
                  </a:lnTo>
                  <a:lnTo>
                    <a:pt x="1030664" y="217912"/>
                  </a:lnTo>
                  <a:lnTo>
                    <a:pt x="599657" y="240803"/>
                  </a:lnTo>
                  <a:lnTo>
                    <a:pt x="455235" y="360787"/>
                  </a:lnTo>
                  <a:lnTo>
                    <a:pt x="128587" y="380879"/>
                  </a:lnTo>
                  <a:lnTo>
                    <a:pt x="26194" y="1102519"/>
                  </a:lnTo>
                  <a:close/>
                </a:path>
              </a:pathLst>
            </a:custGeom>
            <a:solidFill>
              <a:srgbClr val="FFCF37"/>
            </a:solidFill>
            <a:ln w="635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28" name="Forme libre : forme 27">
              <a:extLst>
                <a:ext uri="{FF2B5EF4-FFF2-40B4-BE49-F238E27FC236}">
                  <a16:creationId xmlns:a16="http://schemas.microsoft.com/office/drawing/2014/main" id="{FAE5C2F3-1A6D-945D-471A-7CF7CD009B7A}"/>
                </a:ext>
              </a:extLst>
            </p:cNvPr>
            <p:cNvSpPr/>
            <p:nvPr/>
          </p:nvSpPr>
          <p:spPr>
            <a:xfrm>
              <a:off x="5353050" y="2972809"/>
              <a:ext cx="1132305" cy="887991"/>
            </a:xfrm>
            <a:custGeom>
              <a:avLst/>
              <a:gdLst>
                <a:gd name="csX0" fmla="*/ 0 w 1136650"/>
                <a:gd name="csY0" fmla="*/ 927100 h 927100"/>
                <a:gd name="csX1" fmla="*/ 95250 w 1136650"/>
                <a:gd name="csY1" fmla="*/ 184150 h 927100"/>
                <a:gd name="csX2" fmla="*/ 431800 w 1136650"/>
                <a:gd name="csY2" fmla="*/ 152400 h 927100"/>
                <a:gd name="csX3" fmla="*/ 565150 w 1136650"/>
                <a:gd name="csY3" fmla="*/ 44450 h 927100"/>
                <a:gd name="csX4" fmla="*/ 1136650 w 1136650"/>
                <a:gd name="csY4" fmla="*/ 0 h 927100"/>
                <a:gd name="csX5" fmla="*/ 996950 w 1136650"/>
                <a:gd name="csY5" fmla="*/ 781050 h 927100"/>
                <a:gd name="csX6" fmla="*/ 0 w 1136650"/>
                <a:gd name="csY6" fmla="*/ 927100 h 927100"/>
                <a:gd name="csX0" fmla="*/ 0 w 1132305"/>
                <a:gd name="csY0" fmla="*/ 887991 h 887991"/>
                <a:gd name="csX1" fmla="*/ 95250 w 1132305"/>
                <a:gd name="csY1" fmla="*/ 145041 h 887991"/>
                <a:gd name="csX2" fmla="*/ 431800 w 1132305"/>
                <a:gd name="csY2" fmla="*/ 113291 h 887991"/>
                <a:gd name="csX3" fmla="*/ 565150 w 1132305"/>
                <a:gd name="csY3" fmla="*/ 5341 h 887991"/>
                <a:gd name="csX4" fmla="*/ 1132305 w 1132305"/>
                <a:gd name="csY4" fmla="*/ 0 h 887991"/>
                <a:gd name="csX5" fmla="*/ 996950 w 1132305"/>
                <a:gd name="csY5" fmla="*/ 741941 h 887991"/>
                <a:gd name="csX6" fmla="*/ 0 w 1132305"/>
                <a:gd name="csY6" fmla="*/ 887991 h 887991"/>
                <a:gd name="csX0" fmla="*/ 0 w 1132305"/>
                <a:gd name="csY0" fmla="*/ 887991 h 887991"/>
                <a:gd name="csX1" fmla="*/ 95250 w 1132305"/>
                <a:gd name="csY1" fmla="*/ 145041 h 887991"/>
                <a:gd name="csX2" fmla="*/ 431800 w 1132305"/>
                <a:gd name="csY2" fmla="*/ 113291 h 887991"/>
                <a:gd name="csX3" fmla="*/ 562978 w 1132305"/>
                <a:gd name="csY3" fmla="*/ 35760 h 887991"/>
                <a:gd name="csX4" fmla="*/ 1132305 w 1132305"/>
                <a:gd name="csY4" fmla="*/ 0 h 887991"/>
                <a:gd name="csX5" fmla="*/ 996950 w 1132305"/>
                <a:gd name="csY5" fmla="*/ 741941 h 887991"/>
                <a:gd name="csX6" fmla="*/ 0 w 1132305"/>
                <a:gd name="csY6" fmla="*/ 887991 h 887991"/>
                <a:gd name="csX0" fmla="*/ 0 w 1132305"/>
                <a:gd name="csY0" fmla="*/ 887991 h 887991"/>
                <a:gd name="csX1" fmla="*/ 95250 w 1132305"/>
                <a:gd name="csY1" fmla="*/ 145041 h 887991"/>
                <a:gd name="csX2" fmla="*/ 433429 w 1132305"/>
                <a:gd name="csY2" fmla="*/ 124697 h 887991"/>
                <a:gd name="csX3" fmla="*/ 562978 w 1132305"/>
                <a:gd name="csY3" fmla="*/ 35760 h 887991"/>
                <a:gd name="csX4" fmla="*/ 1132305 w 1132305"/>
                <a:gd name="csY4" fmla="*/ 0 h 887991"/>
                <a:gd name="csX5" fmla="*/ 996950 w 1132305"/>
                <a:gd name="csY5" fmla="*/ 741941 h 887991"/>
                <a:gd name="csX6" fmla="*/ 0 w 1132305"/>
                <a:gd name="csY6" fmla="*/ 887991 h 8879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32305" h="887991">
                  <a:moveTo>
                    <a:pt x="0" y="887991"/>
                  </a:moveTo>
                  <a:lnTo>
                    <a:pt x="95250" y="145041"/>
                  </a:lnTo>
                  <a:lnTo>
                    <a:pt x="433429" y="124697"/>
                  </a:lnTo>
                  <a:lnTo>
                    <a:pt x="562978" y="35760"/>
                  </a:lnTo>
                  <a:lnTo>
                    <a:pt x="1132305" y="0"/>
                  </a:lnTo>
                  <a:lnTo>
                    <a:pt x="996950" y="741941"/>
                  </a:lnTo>
                  <a:lnTo>
                    <a:pt x="0" y="887991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69850">
              <a:solidFill>
                <a:schemeClr val="accent4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1654619"/>
                        <a:gd name="csY0" fmla="*/ 1297607 h 1297607"/>
                        <a:gd name="csX1" fmla="*/ 72377 w 1654619"/>
                        <a:gd name="csY1" fmla="*/ 733063 h 1297607"/>
                        <a:gd name="csX2" fmla="*/ 139187 w 1654619"/>
                        <a:gd name="csY2" fmla="*/ 211946 h 1297607"/>
                        <a:gd name="csX3" fmla="*/ 630982 w 1654619"/>
                        <a:gd name="csY3" fmla="*/ 165550 h 1297607"/>
                        <a:gd name="csX4" fmla="*/ 822670 w 1654619"/>
                        <a:gd name="csY4" fmla="*/ 52255 h 1297607"/>
                        <a:gd name="csX5" fmla="*/ 1222006 w 1654619"/>
                        <a:gd name="csY5" fmla="*/ 27173 h 1297607"/>
                        <a:gd name="csX6" fmla="*/ 1654619 w 1654619"/>
                        <a:gd name="csY6" fmla="*/ 0 h 1297607"/>
                        <a:gd name="csX7" fmla="*/ 1551767 w 1654619"/>
                        <a:gd name="csY7" fmla="*/ 563777 h 1297607"/>
                        <a:gd name="csX8" fmla="*/ 1456826 w 1654619"/>
                        <a:gd name="csY8" fmla="*/ 1084186 h 1297607"/>
                        <a:gd name="csX9" fmla="*/ 971217 w 1654619"/>
                        <a:gd name="csY9" fmla="*/ 1155326 h 1297607"/>
                        <a:gd name="csX10" fmla="*/ 485609 w 1654619"/>
                        <a:gd name="csY10" fmla="*/ 1226467 h 1297607"/>
                        <a:gd name="csX11" fmla="*/ 0 w 1654619"/>
                        <a:gd name="csY11" fmla="*/ 1297607 h 1297607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</a:cxnLst>
                      <a:rect l="l" t="t" r="r" b="b"/>
                      <a:pathLst>
                        <a:path w="1654619" h="1297607" fill="none" extrusionOk="0">
                          <a:moveTo>
                            <a:pt x="0" y="1297607"/>
                          </a:moveTo>
                          <a:cubicBezTo>
                            <a:pt x="5602" y="1155706"/>
                            <a:pt x="101668" y="954816"/>
                            <a:pt x="72377" y="733063"/>
                          </a:cubicBezTo>
                          <a:cubicBezTo>
                            <a:pt x="43086" y="511310"/>
                            <a:pt x="161276" y="406076"/>
                            <a:pt x="139187" y="211946"/>
                          </a:cubicBezTo>
                          <a:cubicBezTo>
                            <a:pt x="306247" y="179667"/>
                            <a:pt x="440475" y="211059"/>
                            <a:pt x="630982" y="165550"/>
                          </a:cubicBezTo>
                          <a:cubicBezTo>
                            <a:pt x="715782" y="107491"/>
                            <a:pt x="744254" y="110610"/>
                            <a:pt x="822670" y="52255"/>
                          </a:cubicBezTo>
                          <a:cubicBezTo>
                            <a:pt x="1006857" y="23108"/>
                            <a:pt x="1036070" y="71690"/>
                            <a:pt x="1222006" y="27173"/>
                          </a:cubicBezTo>
                          <a:cubicBezTo>
                            <a:pt x="1407942" y="-17344"/>
                            <a:pt x="1553848" y="57463"/>
                            <a:pt x="1654619" y="0"/>
                          </a:cubicBezTo>
                          <a:cubicBezTo>
                            <a:pt x="1653992" y="252064"/>
                            <a:pt x="1572797" y="406842"/>
                            <a:pt x="1551767" y="563777"/>
                          </a:cubicBezTo>
                          <a:cubicBezTo>
                            <a:pt x="1530737" y="720712"/>
                            <a:pt x="1494318" y="831711"/>
                            <a:pt x="1456826" y="1084186"/>
                          </a:cubicBezTo>
                          <a:cubicBezTo>
                            <a:pt x="1296779" y="1124336"/>
                            <a:pt x="1119171" y="1123775"/>
                            <a:pt x="971217" y="1155326"/>
                          </a:cubicBezTo>
                          <a:cubicBezTo>
                            <a:pt x="823263" y="1186877"/>
                            <a:pt x="615451" y="1196856"/>
                            <a:pt x="485609" y="1226467"/>
                          </a:cubicBezTo>
                          <a:cubicBezTo>
                            <a:pt x="355767" y="1256077"/>
                            <a:pt x="102512" y="1241430"/>
                            <a:pt x="0" y="1297607"/>
                          </a:cubicBezTo>
                          <a:close/>
                        </a:path>
                        <a:path w="1654619" h="1297607" stroke="0" extrusionOk="0">
                          <a:moveTo>
                            <a:pt x="0" y="1297607"/>
                          </a:moveTo>
                          <a:cubicBezTo>
                            <a:pt x="-13771" y="1052173"/>
                            <a:pt x="50588" y="1014082"/>
                            <a:pt x="68202" y="765633"/>
                          </a:cubicBezTo>
                          <a:cubicBezTo>
                            <a:pt x="85815" y="517184"/>
                            <a:pt x="113703" y="415483"/>
                            <a:pt x="139187" y="211946"/>
                          </a:cubicBezTo>
                          <a:cubicBezTo>
                            <a:pt x="247491" y="165253"/>
                            <a:pt x="498541" y="220952"/>
                            <a:pt x="630982" y="165550"/>
                          </a:cubicBezTo>
                          <a:cubicBezTo>
                            <a:pt x="707710" y="100337"/>
                            <a:pt x="758751" y="100894"/>
                            <a:pt x="822670" y="52255"/>
                          </a:cubicBezTo>
                          <a:cubicBezTo>
                            <a:pt x="1013725" y="30009"/>
                            <a:pt x="1068628" y="63648"/>
                            <a:pt x="1230325" y="26650"/>
                          </a:cubicBezTo>
                          <a:cubicBezTo>
                            <a:pt x="1392022" y="-10348"/>
                            <a:pt x="1498009" y="46742"/>
                            <a:pt x="1654619" y="0"/>
                          </a:cubicBezTo>
                          <a:cubicBezTo>
                            <a:pt x="1670578" y="264432"/>
                            <a:pt x="1569474" y="425489"/>
                            <a:pt x="1551767" y="563777"/>
                          </a:cubicBezTo>
                          <a:cubicBezTo>
                            <a:pt x="1534060" y="702065"/>
                            <a:pt x="1458783" y="860675"/>
                            <a:pt x="1456826" y="1084186"/>
                          </a:cubicBezTo>
                          <a:cubicBezTo>
                            <a:pt x="1306143" y="1163186"/>
                            <a:pt x="1162417" y="1121717"/>
                            <a:pt x="971217" y="1155326"/>
                          </a:cubicBezTo>
                          <a:cubicBezTo>
                            <a:pt x="780017" y="1188935"/>
                            <a:pt x="623000" y="1159539"/>
                            <a:pt x="500177" y="1224332"/>
                          </a:cubicBezTo>
                          <a:cubicBezTo>
                            <a:pt x="377354" y="1289125"/>
                            <a:pt x="105842" y="1228026"/>
                            <a:pt x="0" y="1297607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3550470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e 45">
            <a:extLst>
              <a:ext uri="{FF2B5EF4-FFF2-40B4-BE49-F238E27FC236}">
                <a16:creationId xmlns:a16="http://schemas.microsoft.com/office/drawing/2014/main" id="{5D0E48A9-6DD0-1A8C-7367-1633D79465D7}"/>
              </a:ext>
            </a:extLst>
          </p:cNvPr>
          <p:cNvGrpSpPr/>
          <p:nvPr/>
        </p:nvGrpSpPr>
        <p:grpSpPr>
          <a:xfrm>
            <a:off x="8993505" y="239641"/>
            <a:ext cx="2875280" cy="2875280"/>
            <a:chOff x="8993505" y="239641"/>
            <a:chExt cx="2875280" cy="2875280"/>
          </a:xfrm>
        </p:grpSpPr>
        <p:sp>
          <p:nvSpPr>
            <p:cNvPr id="2" name="Ellipse 1">
              <a:extLst>
                <a:ext uri="{FF2B5EF4-FFF2-40B4-BE49-F238E27FC236}">
                  <a16:creationId xmlns:a16="http://schemas.microsoft.com/office/drawing/2014/main" id="{8589D296-22A3-AF55-88DA-B5CF1293E986}"/>
                </a:ext>
              </a:extLst>
            </p:cNvPr>
            <p:cNvSpPr/>
            <p:nvPr/>
          </p:nvSpPr>
          <p:spPr>
            <a:xfrm>
              <a:off x="8993505" y="239641"/>
              <a:ext cx="2875280" cy="2875280"/>
            </a:xfrm>
            <a:prstGeom prst="ellipse">
              <a:avLst/>
            </a:prstGeom>
            <a:ln w="38100">
              <a:solidFill>
                <a:srgbClr val="434343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22ED24C4-6932-CD0C-36E0-BDBFC8835E84}"/>
                </a:ext>
              </a:extLst>
            </p:cNvPr>
            <p:cNvSpPr/>
            <p:nvPr/>
          </p:nvSpPr>
          <p:spPr>
            <a:xfrm>
              <a:off x="9111347" y="362563"/>
              <a:ext cx="2629436" cy="2629436"/>
            </a:xfrm>
            <a:prstGeom prst="ellipse">
              <a:avLst/>
            </a:prstGeom>
            <a:ln w="38100">
              <a:solidFill>
                <a:srgbClr val="434343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40" name="Arc partiel 39">
              <a:extLst>
                <a:ext uri="{FF2B5EF4-FFF2-40B4-BE49-F238E27FC236}">
                  <a16:creationId xmlns:a16="http://schemas.microsoft.com/office/drawing/2014/main" id="{960BCF47-3D07-32AB-0394-249EE94A9F99}"/>
                </a:ext>
              </a:extLst>
            </p:cNvPr>
            <p:cNvSpPr/>
            <p:nvPr/>
          </p:nvSpPr>
          <p:spPr>
            <a:xfrm rot="10800000">
              <a:off x="9097374" y="358212"/>
              <a:ext cx="2624356" cy="2624356"/>
            </a:xfrm>
            <a:prstGeom prst="pie">
              <a:avLst>
                <a:gd name="adj1" fmla="val 9614698"/>
                <a:gd name="adj2" fmla="val 13441705"/>
              </a:avLst>
            </a:prstGeom>
            <a:solidFill>
              <a:srgbClr val="FF0000">
                <a:alpha val="51000"/>
              </a:srgbClr>
            </a:solidFill>
            <a:ln w="38100">
              <a:solidFill>
                <a:srgbClr val="43434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>
                <a:solidFill>
                  <a:schemeClr val="tx1"/>
                </a:solidFill>
              </a:endParaRPr>
            </a:p>
          </p:txBody>
        </p:sp>
        <p:sp>
          <p:nvSpPr>
            <p:cNvPr id="44" name="Arc partiel 43">
              <a:extLst>
                <a:ext uri="{FF2B5EF4-FFF2-40B4-BE49-F238E27FC236}">
                  <a16:creationId xmlns:a16="http://schemas.microsoft.com/office/drawing/2014/main" id="{42731F46-9539-EBFC-3099-0696AC9F833A}"/>
                </a:ext>
              </a:extLst>
            </p:cNvPr>
            <p:cNvSpPr>
              <a:spLocks/>
            </p:cNvSpPr>
            <p:nvPr/>
          </p:nvSpPr>
          <p:spPr>
            <a:xfrm rot="10800000">
              <a:off x="9111346" y="376900"/>
              <a:ext cx="2610383" cy="2610383"/>
            </a:xfrm>
            <a:prstGeom prst="pie">
              <a:avLst>
                <a:gd name="adj1" fmla="val 5505347"/>
                <a:gd name="adj2" fmla="val 9572217"/>
              </a:avLst>
            </a:prstGeom>
            <a:solidFill>
              <a:srgbClr val="FFFF00">
                <a:alpha val="51000"/>
              </a:srgbClr>
            </a:solidFill>
            <a:ln w="38100">
              <a:solidFill>
                <a:srgbClr val="43434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>
                <a:solidFill>
                  <a:schemeClr val="tx1"/>
                </a:solidFill>
              </a:endParaRPr>
            </a:p>
          </p:txBody>
        </p:sp>
        <p:sp>
          <p:nvSpPr>
            <p:cNvPr id="45" name="Arc partiel 44">
              <a:extLst>
                <a:ext uri="{FF2B5EF4-FFF2-40B4-BE49-F238E27FC236}">
                  <a16:creationId xmlns:a16="http://schemas.microsoft.com/office/drawing/2014/main" id="{FCC95866-CD3F-9FEE-5292-5F74FBD6D56F}"/>
                </a:ext>
              </a:extLst>
            </p:cNvPr>
            <p:cNvSpPr>
              <a:spLocks/>
            </p:cNvSpPr>
            <p:nvPr/>
          </p:nvSpPr>
          <p:spPr>
            <a:xfrm rot="10800000">
              <a:off x="9130399" y="376900"/>
              <a:ext cx="2591330" cy="2585472"/>
            </a:xfrm>
            <a:prstGeom prst="pie">
              <a:avLst>
                <a:gd name="adj1" fmla="val 18885675"/>
                <a:gd name="adj2" fmla="val 5453707"/>
              </a:avLst>
            </a:prstGeom>
            <a:solidFill>
              <a:srgbClr val="92D050">
                <a:alpha val="47000"/>
              </a:srgbClr>
            </a:solidFill>
            <a:ln w="38100">
              <a:solidFill>
                <a:srgbClr val="43434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>
                <a:solidFill>
                  <a:schemeClr val="tx1"/>
                </a:solidFill>
              </a:endParaRPr>
            </a:p>
          </p:txBody>
        </p:sp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8D37D01E-CD36-792D-A24A-0A4630042571}"/>
                </a:ext>
              </a:extLst>
            </p:cNvPr>
            <p:cNvSpPr/>
            <p:nvPr/>
          </p:nvSpPr>
          <p:spPr>
            <a:xfrm>
              <a:off x="9253011" y="483704"/>
              <a:ext cx="2366007" cy="2366007"/>
            </a:xfrm>
            <a:prstGeom prst="ellipse">
              <a:avLst/>
            </a:prstGeom>
            <a:solidFill>
              <a:srgbClr val="A5A5A5"/>
            </a:solidFill>
            <a:ln w="38100">
              <a:solidFill>
                <a:srgbClr val="434343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5" name="Triangle isocèle 4">
              <a:extLst>
                <a:ext uri="{FF2B5EF4-FFF2-40B4-BE49-F238E27FC236}">
                  <a16:creationId xmlns:a16="http://schemas.microsoft.com/office/drawing/2014/main" id="{D8B5EDAD-94E5-143B-C0AD-31E9CFEC8C9E}"/>
                </a:ext>
              </a:extLst>
            </p:cNvPr>
            <p:cNvSpPr/>
            <p:nvPr/>
          </p:nvSpPr>
          <p:spPr>
            <a:xfrm rot="1542908">
              <a:off x="10625771" y="541105"/>
              <a:ext cx="193540" cy="1128020"/>
            </a:xfrm>
            <a:prstGeom prst="triangle">
              <a:avLst>
                <a:gd name="adj" fmla="val 54925"/>
              </a:avLst>
            </a:prstGeom>
            <a:ln w="38100">
              <a:solidFill>
                <a:srgbClr val="434343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02C0C389-E847-A311-C3F8-A5C4953CE50B}"/>
                </a:ext>
              </a:extLst>
            </p:cNvPr>
            <p:cNvSpPr/>
            <p:nvPr/>
          </p:nvSpPr>
          <p:spPr>
            <a:xfrm>
              <a:off x="10163109" y="1414391"/>
              <a:ext cx="545813" cy="545813"/>
            </a:xfrm>
            <a:prstGeom prst="ellipse">
              <a:avLst/>
            </a:prstGeom>
            <a:ln w="38100">
              <a:solidFill>
                <a:srgbClr val="434343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2F36938-DD6F-1A92-9B66-8FD78B53F37E}"/>
                </a:ext>
              </a:extLst>
            </p:cNvPr>
            <p:cNvSpPr/>
            <p:nvPr/>
          </p:nvSpPr>
          <p:spPr>
            <a:xfrm>
              <a:off x="9854564" y="2328870"/>
              <a:ext cx="1143000" cy="348799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28575">
              <a:solidFill>
                <a:srgbClr val="434343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CA" sz="2400" b="1" dirty="0">
                  <a:solidFill>
                    <a:srgbClr val="64310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123.4</a:t>
              </a:r>
            </a:p>
          </p:txBody>
        </p: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4EE03CE4-593E-415A-660F-1EC0A58990B8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9355607" y="2544584"/>
              <a:ext cx="412433" cy="0"/>
            </a:xfrm>
            <a:prstGeom prst="line">
              <a:avLst/>
            </a:prstGeom>
            <a:ln w="38100">
              <a:solidFill>
                <a:srgbClr val="43434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 droit 26">
              <a:extLst>
                <a:ext uri="{FF2B5EF4-FFF2-40B4-BE49-F238E27FC236}">
                  <a16:creationId xmlns:a16="http://schemas.microsoft.com/office/drawing/2014/main" id="{F518E5BE-4DB5-D485-F9A8-1CE46941730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229800" y="450729"/>
              <a:ext cx="412433" cy="0"/>
            </a:xfrm>
            <a:prstGeom prst="line">
              <a:avLst/>
            </a:prstGeom>
            <a:ln w="38100">
              <a:solidFill>
                <a:srgbClr val="43434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CFC93AA2-2E4D-3F2E-6EF1-7893FAEFF648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9362496" y="803088"/>
              <a:ext cx="412433" cy="0"/>
            </a:xfrm>
            <a:prstGeom prst="line">
              <a:avLst/>
            </a:prstGeom>
            <a:ln w="38100">
              <a:solidFill>
                <a:srgbClr val="43434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34DB6CFF-6086-C51F-30CB-5939D142DE78}"/>
                </a:ext>
              </a:extLst>
            </p:cNvPr>
            <p:cNvCxnSpPr>
              <a:cxnSpLocks/>
              <a:stCxn id="2" idx="2"/>
            </p:cNvCxnSpPr>
            <p:nvPr/>
          </p:nvCxnSpPr>
          <p:spPr>
            <a:xfrm>
              <a:off x="8993505" y="1677281"/>
              <a:ext cx="412433" cy="0"/>
            </a:xfrm>
            <a:prstGeom prst="line">
              <a:avLst/>
            </a:prstGeom>
            <a:ln w="38100">
              <a:solidFill>
                <a:srgbClr val="43434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eur droit 34">
              <a:extLst>
                <a:ext uri="{FF2B5EF4-FFF2-40B4-BE49-F238E27FC236}">
                  <a16:creationId xmlns:a16="http://schemas.microsoft.com/office/drawing/2014/main" id="{052F1008-0BC1-BCAA-AD13-5B923B97CC6A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11097103" y="2551473"/>
              <a:ext cx="412433" cy="0"/>
            </a:xfrm>
            <a:prstGeom prst="line">
              <a:avLst/>
            </a:prstGeom>
            <a:ln w="38100">
              <a:solidFill>
                <a:srgbClr val="43434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1D60F9FF-1374-0B0F-8A08-9E4962408520}"/>
                </a:ext>
              </a:extLst>
            </p:cNvPr>
            <p:cNvCxnSpPr>
              <a:cxnSpLocks/>
            </p:cNvCxnSpPr>
            <p:nvPr/>
          </p:nvCxnSpPr>
          <p:spPr>
            <a:xfrm>
              <a:off x="11456352" y="1687024"/>
              <a:ext cx="412433" cy="0"/>
            </a:xfrm>
            <a:prstGeom prst="line">
              <a:avLst/>
            </a:prstGeom>
            <a:ln w="38100">
              <a:solidFill>
                <a:srgbClr val="43434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038C7C3F-9EE1-8663-4348-F17BC9A9C188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11103992" y="809977"/>
              <a:ext cx="412433" cy="0"/>
            </a:xfrm>
            <a:prstGeom prst="line">
              <a:avLst/>
            </a:prstGeom>
            <a:ln w="38100">
              <a:solidFill>
                <a:srgbClr val="43434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8A28F081-C4BB-E83E-D072-D19DC5305406}"/>
              </a:ext>
            </a:extLst>
          </p:cNvPr>
          <p:cNvSpPr/>
          <p:nvPr/>
        </p:nvSpPr>
        <p:spPr>
          <a:xfrm>
            <a:off x="5362735" y="483704"/>
            <a:ext cx="2514173" cy="990266"/>
          </a:xfrm>
          <a:prstGeom prst="roundRect">
            <a:avLst>
              <a:gd name="adj" fmla="val 10511"/>
            </a:avLst>
          </a:prstGeom>
          <a:solidFill>
            <a:srgbClr val="DBDBDB"/>
          </a:solidFill>
          <a:ln w="76200">
            <a:solidFill>
              <a:srgbClr val="4343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5400" b="1" dirty="0">
                <a:solidFill>
                  <a:srgbClr val="64310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123.4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BC56F5FB-AD55-33EE-BBAF-52957F4C1ECB}"/>
              </a:ext>
            </a:extLst>
          </p:cNvPr>
          <p:cNvGrpSpPr/>
          <p:nvPr/>
        </p:nvGrpSpPr>
        <p:grpSpPr>
          <a:xfrm>
            <a:off x="580907" y="247465"/>
            <a:ext cx="3194762" cy="3194255"/>
            <a:chOff x="580907" y="247465"/>
            <a:chExt cx="3194762" cy="3194255"/>
          </a:xfrm>
        </p:grpSpPr>
        <p:sp>
          <p:nvSpPr>
            <p:cNvPr id="19" name="Arc partiel 18">
              <a:extLst>
                <a:ext uri="{FF2B5EF4-FFF2-40B4-BE49-F238E27FC236}">
                  <a16:creationId xmlns:a16="http://schemas.microsoft.com/office/drawing/2014/main" id="{5527027A-BA65-46D7-62E6-4C36399B7E2B}"/>
                </a:ext>
              </a:extLst>
            </p:cNvPr>
            <p:cNvSpPr/>
            <p:nvPr/>
          </p:nvSpPr>
          <p:spPr>
            <a:xfrm>
              <a:off x="594134" y="260185"/>
              <a:ext cx="3181535" cy="3181535"/>
            </a:xfrm>
            <a:prstGeom prst="pie">
              <a:avLst>
                <a:gd name="adj1" fmla="val 19395265"/>
                <a:gd name="adj2" fmla="val 21594371"/>
              </a:avLst>
            </a:prstGeom>
            <a:solidFill>
              <a:srgbClr val="ED7D3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>
                <a:solidFill>
                  <a:schemeClr val="tx1"/>
                </a:solidFill>
              </a:endParaRPr>
            </a:p>
          </p:txBody>
        </p:sp>
        <p:sp>
          <p:nvSpPr>
            <p:cNvPr id="4" name="Arc partiel 3">
              <a:extLst>
                <a:ext uri="{FF2B5EF4-FFF2-40B4-BE49-F238E27FC236}">
                  <a16:creationId xmlns:a16="http://schemas.microsoft.com/office/drawing/2014/main" id="{DB02F5BC-6046-9111-1657-BA620010F8F0}"/>
                </a:ext>
              </a:extLst>
            </p:cNvPr>
            <p:cNvSpPr/>
            <p:nvPr/>
          </p:nvSpPr>
          <p:spPr>
            <a:xfrm>
              <a:off x="580907" y="247465"/>
              <a:ext cx="3181535" cy="3181535"/>
            </a:xfrm>
            <a:prstGeom prst="pie">
              <a:avLst>
                <a:gd name="adj1" fmla="val 10771407"/>
                <a:gd name="adj2" fmla="val 19297323"/>
              </a:avLst>
            </a:prstGeom>
            <a:solidFill>
              <a:srgbClr val="5B9B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>
                <a:solidFill>
                  <a:schemeClr val="tx1"/>
                </a:solidFill>
              </a:endParaRPr>
            </a:p>
          </p:txBody>
        </p:sp>
        <p:grpSp>
          <p:nvGrpSpPr>
            <p:cNvPr id="71" name="Groupe 70">
              <a:extLst>
                <a:ext uri="{FF2B5EF4-FFF2-40B4-BE49-F238E27FC236}">
                  <a16:creationId xmlns:a16="http://schemas.microsoft.com/office/drawing/2014/main" id="{37B194D7-6BB5-EAD2-5DC3-3660217B797E}"/>
                </a:ext>
              </a:extLst>
            </p:cNvPr>
            <p:cNvGrpSpPr/>
            <p:nvPr/>
          </p:nvGrpSpPr>
          <p:grpSpPr>
            <a:xfrm>
              <a:off x="968470" y="373920"/>
              <a:ext cx="2397555" cy="2717664"/>
              <a:chOff x="968470" y="373920"/>
              <a:chExt cx="2397555" cy="2717664"/>
            </a:xfrm>
          </p:grpSpPr>
          <p:sp>
            <p:nvSpPr>
              <p:cNvPr id="59" name="Arc partiel 58">
                <a:extLst>
                  <a:ext uri="{FF2B5EF4-FFF2-40B4-BE49-F238E27FC236}">
                    <a16:creationId xmlns:a16="http://schemas.microsoft.com/office/drawing/2014/main" id="{84AACF56-B003-A8FE-88B5-B3D0D109EFAC}"/>
                  </a:ext>
                </a:extLst>
              </p:cNvPr>
              <p:cNvSpPr/>
              <p:nvPr/>
            </p:nvSpPr>
            <p:spPr>
              <a:xfrm>
                <a:off x="968470" y="610322"/>
                <a:ext cx="2397555" cy="2481262"/>
              </a:xfrm>
              <a:prstGeom prst="pie">
                <a:avLst>
                  <a:gd name="adj1" fmla="val 10501438"/>
                  <a:gd name="adj2" fmla="val 263145"/>
                </a:avLst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Triangle isocèle 61">
                <a:extLst>
                  <a:ext uri="{FF2B5EF4-FFF2-40B4-BE49-F238E27FC236}">
                    <a16:creationId xmlns:a16="http://schemas.microsoft.com/office/drawing/2014/main" id="{7A3EA20A-0F4F-3667-F160-97753DD5DF4D}"/>
                  </a:ext>
                </a:extLst>
              </p:cNvPr>
              <p:cNvSpPr/>
              <p:nvPr/>
            </p:nvSpPr>
            <p:spPr>
              <a:xfrm rot="900000">
                <a:off x="2152694" y="373920"/>
                <a:ext cx="265235" cy="1348044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61" name="Ellipse 60">
                <a:extLst>
                  <a:ext uri="{FF2B5EF4-FFF2-40B4-BE49-F238E27FC236}">
                    <a16:creationId xmlns:a16="http://schemas.microsoft.com/office/drawing/2014/main" id="{DBE5D997-A2AA-D3B0-49AE-C8514E370662}"/>
                  </a:ext>
                </a:extLst>
              </p:cNvPr>
              <p:cNvSpPr/>
              <p:nvPr/>
            </p:nvSpPr>
            <p:spPr>
              <a:xfrm>
                <a:off x="1908859" y="1614726"/>
                <a:ext cx="348629" cy="34862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</p:grpSp>
      <p:sp>
        <p:nvSpPr>
          <p:cNvPr id="6" name="Ellipse 5">
            <a:extLst>
              <a:ext uri="{FF2B5EF4-FFF2-40B4-BE49-F238E27FC236}">
                <a16:creationId xmlns:a16="http://schemas.microsoft.com/office/drawing/2014/main" id="{D05D510F-54A0-8D0D-3136-D8F4D74AD65C}"/>
              </a:ext>
            </a:extLst>
          </p:cNvPr>
          <p:cNvSpPr/>
          <p:nvPr/>
        </p:nvSpPr>
        <p:spPr>
          <a:xfrm>
            <a:off x="228969" y="2782184"/>
            <a:ext cx="1479001" cy="1479001"/>
          </a:xfrm>
          <a:prstGeom prst="ellipse">
            <a:avLst/>
          </a:prstGeom>
          <a:noFill/>
          <a:ln w="127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1E1AED-C3EF-BF19-9201-2F49BCD9FCB0}"/>
              </a:ext>
            </a:extLst>
          </p:cNvPr>
          <p:cNvSpPr/>
          <p:nvPr/>
        </p:nvSpPr>
        <p:spPr>
          <a:xfrm>
            <a:off x="2179312" y="2782185"/>
            <a:ext cx="1479001" cy="1479001"/>
          </a:xfrm>
          <a:prstGeom prst="rect">
            <a:avLst/>
          </a:prstGeom>
          <a:noFill/>
          <a:ln w="127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2525116F-C141-2417-437E-6CC138C3F83C}"/>
              </a:ext>
            </a:extLst>
          </p:cNvPr>
          <p:cNvCxnSpPr/>
          <p:nvPr/>
        </p:nvCxnSpPr>
        <p:spPr>
          <a:xfrm>
            <a:off x="4027251" y="2849711"/>
            <a:ext cx="1421166" cy="1421166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B041141D-4854-1DB1-F50B-DBAD249CB5DD}"/>
              </a:ext>
            </a:extLst>
          </p:cNvPr>
          <p:cNvSpPr/>
          <p:nvPr/>
        </p:nvSpPr>
        <p:spPr>
          <a:xfrm>
            <a:off x="5699999" y="3036242"/>
            <a:ext cx="2514173" cy="990266"/>
          </a:xfrm>
          <a:prstGeom prst="roundRect">
            <a:avLst>
              <a:gd name="adj" fmla="val 0"/>
            </a:avLst>
          </a:prstGeom>
          <a:noFill/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5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ABC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583CACC3-949E-A13F-3EEE-63D73FE0B762}"/>
              </a:ext>
            </a:extLst>
          </p:cNvPr>
          <p:cNvGrpSpPr/>
          <p:nvPr/>
        </p:nvGrpSpPr>
        <p:grpSpPr>
          <a:xfrm>
            <a:off x="228969" y="4954046"/>
            <a:ext cx="1479001" cy="1479001"/>
            <a:chOff x="5265516" y="4849279"/>
            <a:chExt cx="1479001" cy="1479001"/>
          </a:xfrm>
        </p:grpSpPr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5591C1CB-1084-A6EA-AACD-07A8E79C1507}"/>
                </a:ext>
              </a:extLst>
            </p:cNvPr>
            <p:cNvSpPr/>
            <p:nvPr/>
          </p:nvSpPr>
          <p:spPr>
            <a:xfrm>
              <a:off x="5265516" y="4849279"/>
              <a:ext cx="1479001" cy="1479001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99C10C05-4C56-4030-7994-34A165BE0900}"/>
                </a:ext>
              </a:extLst>
            </p:cNvPr>
            <p:cNvSpPr/>
            <p:nvPr/>
          </p:nvSpPr>
          <p:spPr>
            <a:xfrm>
              <a:off x="5324327" y="4898243"/>
              <a:ext cx="1359638" cy="1381073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100000"/>
                    <a:alpha val="30000"/>
                  </a:schemeClr>
                </a:gs>
                <a:gs pos="15000">
                  <a:schemeClr val="bg1">
                    <a:lumMod val="100000"/>
                    <a:alpha val="3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1270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</p:grp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578EA2A6-3878-125F-4661-1840B7DD1328}"/>
              </a:ext>
            </a:extLst>
          </p:cNvPr>
          <p:cNvGrpSpPr/>
          <p:nvPr/>
        </p:nvGrpSpPr>
        <p:grpSpPr>
          <a:xfrm>
            <a:off x="3206983" y="4886324"/>
            <a:ext cx="2155751" cy="1077396"/>
            <a:chOff x="3206984" y="4845770"/>
            <a:chExt cx="1987978" cy="755093"/>
          </a:xfrm>
        </p:grpSpPr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D7A19E59-9441-3AB3-EC6A-9EAE4F22D166}"/>
                </a:ext>
              </a:extLst>
            </p:cNvPr>
            <p:cNvSpPr/>
            <p:nvPr/>
          </p:nvSpPr>
          <p:spPr>
            <a:xfrm>
              <a:off x="3209365" y="4895470"/>
              <a:ext cx="1929105" cy="705393"/>
            </a:xfrm>
            <a:prstGeom prst="roundRect">
              <a:avLst>
                <a:gd name="adj" fmla="val 0"/>
              </a:avLst>
            </a:prstGeom>
            <a:solidFill>
              <a:srgbClr val="A5A5A5"/>
            </a:solidFill>
            <a:ln w="38100" cap="rnd">
              <a:solidFill>
                <a:srgbClr val="4343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" name="Rectangle : coins arrondis 15">
              <a:extLst>
                <a:ext uri="{FF2B5EF4-FFF2-40B4-BE49-F238E27FC236}">
                  <a16:creationId xmlns:a16="http://schemas.microsoft.com/office/drawing/2014/main" id="{6D4F893F-C220-139A-E30D-76A285D73D7B}"/>
                </a:ext>
              </a:extLst>
            </p:cNvPr>
            <p:cNvSpPr/>
            <p:nvPr/>
          </p:nvSpPr>
          <p:spPr>
            <a:xfrm>
              <a:off x="3265195" y="4845770"/>
              <a:ext cx="1929105" cy="705393"/>
            </a:xfrm>
            <a:prstGeom prst="roundRect">
              <a:avLst>
                <a:gd name="adj" fmla="val 0"/>
              </a:avLst>
            </a:prstGeom>
            <a:solidFill>
              <a:srgbClr val="A5A5A5"/>
            </a:solidFill>
            <a:ln w="38100" cap="rnd">
              <a:solidFill>
                <a:srgbClr val="4343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3600" dirty="0"/>
                <a:t>Button</a:t>
              </a:r>
            </a:p>
          </p:txBody>
        </p: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7AD11A85-FA29-3B09-86FC-819D958F02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43894" y="5551163"/>
              <a:ext cx="51068" cy="44938"/>
            </a:xfrm>
            <a:prstGeom prst="line">
              <a:avLst/>
            </a:prstGeom>
            <a:ln w="38100" cap="rnd">
              <a:solidFill>
                <a:srgbClr val="43434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eur droit 25">
              <a:extLst>
                <a:ext uri="{FF2B5EF4-FFF2-40B4-BE49-F238E27FC236}">
                  <a16:creationId xmlns:a16="http://schemas.microsoft.com/office/drawing/2014/main" id="{9907CE72-7D54-2796-F37F-5E662C104F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06984" y="5551163"/>
              <a:ext cx="55830" cy="49700"/>
            </a:xfrm>
            <a:prstGeom prst="line">
              <a:avLst/>
            </a:prstGeom>
            <a:ln w="38100" cap="rnd">
              <a:solidFill>
                <a:srgbClr val="43434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38B368BF-184C-925E-870A-995C19542E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08703" y="4845770"/>
              <a:ext cx="51068" cy="47319"/>
            </a:xfrm>
            <a:prstGeom prst="line">
              <a:avLst/>
            </a:prstGeom>
            <a:ln w="38100" cap="rnd">
              <a:solidFill>
                <a:srgbClr val="43434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59125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 : coins arrondis 73">
            <a:extLst>
              <a:ext uri="{FF2B5EF4-FFF2-40B4-BE49-F238E27FC236}">
                <a16:creationId xmlns:a16="http://schemas.microsoft.com/office/drawing/2014/main" id="{306D83D9-E422-277E-BA0B-C67C813D15BE}"/>
              </a:ext>
            </a:extLst>
          </p:cNvPr>
          <p:cNvSpPr/>
          <p:nvPr/>
        </p:nvSpPr>
        <p:spPr>
          <a:xfrm>
            <a:off x="2006380" y="559355"/>
            <a:ext cx="127403" cy="1087855"/>
          </a:xfrm>
          <a:prstGeom prst="roundRect">
            <a:avLst>
              <a:gd name="adj" fmla="val 11724"/>
            </a:avLst>
          </a:prstGeom>
          <a:solidFill>
            <a:srgbClr val="CE2E28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5" name="Rectangle : coins arrondis 74">
            <a:extLst>
              <a:ext uri="{FF2B5EF4-FFF2-40B4-BE49-F238E27FC236}">
                <a16:creationId xmlns:a16="http://schemas.microsoft.com/office/drawing/2014/main" id="{9F823ADF-153C-2A3E-9965-D598C40964BF}"/>
              </a:ext>
            </a:extLst>
          </p:cNvPr>
          <p:cNvSpPr/>
          <p:nvPr/>
        </p:nvSpPr>
        <p:spPr>
          <a:xfrm>
            <a:off x="2006379" y="1647210"/>
            <a:ext cx="127405" cy="618481"/>
          </a:xfrm>
          <a:prstGeom prst="roundRect">
            <a:avLst>
              <a:gd name="adj" fmla="val 11724"/>
            </a:avLst>
          </a:prstGeom>
          <a:solidFill>
            <a:srgbClr val="E0E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76" name="Rectangle : coins arrondis 75">
            <a:extLst>
              <a:ext uri="{FF2B5EF4-FFF2-40B4-BE49-F238E27FC236}">
                <a16:creationId xmlns:a16="http://schemas.microsoft.com/office/drawing/2014/main" id="{4A5E2EF3-EDF0-9AC7-C6E6-8E2F075ADE38}"/>
              </a:ext>
            </a:extLst>
          </p:cNvPr>
          <p:cNvSpPr/>
          <p:nvPr/>
        </p:nvSpPr>
        <p:spPr>
          <a:xfrm>
            <a:off x="2006378" y="2265691"/>
            <a:ext cx="127405" cy="2678227"/>
          </a:xfrm>
          <a:prstGeom prst="roundRect">
            <a:avLst>
              <a:gd name="adj" fmla="val 11724"/>
            </a:avLst>
          </a:prstGeom>
          <a:solidFill>
            <a:srgbClr val="63A11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7" name="Rectangle : coins arrondis 86">
            <a:extLst>
              <a:ext uri="{FF2B5EF4-FFF2-40B4-BE49-F238E27FC236}">
                <a16:creationId xmlns:a16="http://schemas.microsoft.com/office/drawing/2014/main" id="{B80E2461-833F-F7D5-827F-449F85579DB5}"/>
              </a:ext>
            </a:extLst>
          </p:cNvPr>
          <p:cNvSpPr/>
          <p:nvPr/>
        </p:nvSpPr>
        <p:spPr>
          <a:xfrm>
            <a:off x="1438992" y="600980"/>
            <a:ext cx="528452" cy="4352617"/>
          </a:xfrm>
          <a:prstGeom prst="roundRect">
            <a:avLst>
              <a:gd name="adj" fmla="val 0"/>
            </a:avLst>
          </a:prstGeom>
          <a:solidFill>
            <a:srgbClr val="A5A5A5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7473241B-B808-3105-E22A-85540B737F36}"/>
              </a:ext>
            </a:extLst>
          </p:cNvPr>
          <p:cNvSpPr/>
          <p:nvPr/>
        </p:nvSpPr>
        <p:spPr>
          <a:xfrm>
            <a:off x="1442293" y="1914082"/>
            <a:ext cx="546719" cy="3029836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9611C969-831F-4225-34AB-2115D7189576}"/>
              </a:ext>
            </a:extLst>
          </p:cNvPr>
          <p:cNvCxnSpPr>
            <a:cxnSpLocks/>
          </p:cNvCxnSpPr>
          <p:nvPr/>
        </p:nvCxnSpPr>
        <p:spPr>
          <a:xfrm>
            <a:off x="1606550" y="1647210"/>
            <a:ext cx="385763" cy="0"/>
          </a:xfrm>
          <a:prstGeom prst="line">
            <a:avLst/>
          </a:prstGeom>
          <a:ln w="5715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064E89E7-44B3-D567-6AD0-3D1FFBADC969}"/>
              </a:ext>
            </a:extLst>
          </p:cNvPr>
          <p:cNvCxnSpPr>
            <a:cxnSpLocks/>
          </p:cNvCxnSpPr>
          <p:nvPr/>
        </p:nvCxnSpPr>
        <p:spPr>
          <a:xfrm>
            <a:off x="1729863" y="2499106"/>
            <a:ext cx="258856" cy="0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941661A2-F8FA-5B51-787A-3D84C48EB27A}"/>
              </a:ext>
            </a:extLst>
          </p:cNvPr>
          <p:cNvCxnSpPr>
            <a:cxnSpLocks/>
          </p:cNvCxnSpPr>
          <p:nvPr/>
        </p:nvCxnSpPr>
        <p:spPr>
          <a:xfrm>
            <a:off x="1729863" y="2261616"/>
            <a:ext cx="258856" cy="0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FD16D3D5-FC7C-53D1-B51E-CED74DF0BA2E}"/>
              </a:ext>
            </a:extLst>
          </p:cNvPr>
          <p:cNvCxnSpPr>
            <a:cxnSpLocks/>
          </p:cNvCxnSpPr>
          <p:nvPr/>
        </p:nvCxnSpPr>
        <p:spPr>
          <a:xfrm>
            <a:off x="1729863" y="2040159"/>
            <a:ext cx="258856" cy="0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2276A1E3-23B4-AE51-7D1B-C26031AFE491}"/>
              </a:ext>
            </a:extLst>
          </p:cNvPr>
          <p:cNvCxnSpPr>
            <a:cxnSpLocks/>
          </p:cNvCxnSpPr>
          <p:nvPr/>
        </p:nvCxnSpPr>
        <p:spPr>
          <a:xfrm>
            <a:off x="1729863" y="1829022"/>
            <a:ext cx="258856" cy="0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4F1F0D50-1661-C37E-49DE-287BE9E6EF22}"/>
              </a:ext>
            </a:extLst>
          </p:cNvPr>
          <p:cNvCxnSpPr>
            <a:cxnSpLocks/>
            <a:endCxn id="36" idx="3"/>
          </p:cNvCxnSpPr>
          <p:nvPr/>
        </p:nvCxnSpPr>
        <p:spPr>
          <a:xfrm>
            <a:off x="1606550" y="2760021"/>
            <a:ext cx="382462" cy="0"/>
          </a:xfrm>
          <a:prstGeom prst="line">
            <a:avLst/>
          </a:prstGeom>
          <a:ln w="5715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CA7CBF4B-6C94-D259-E055-77830FDEFF5D}"/>
              </a:ext>
            </a:extLst>
          </p:cNvPr>
          <p:cNvCxnSpPr>
            <a:cxnSpLocks/>
          </p:cNvCxnSpPr>
          <p:nvPr/>
        </p:nvCxnSpPr>
        <p:spPr>
          <a:xfrm>
            <a:off x="1729863" y="3614976"/>
            <a:ext cx="258856" cy="0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65024328-9C09-FF40-B453-2E34C2128E87}"/>
              </a:ext>
            </a:extLst>
          </p:cNvPr>
          <p:cNvCxnSpPr>
            <a:cxnSpLocks/>
          </p:cNvCxnSpPr>
          <p:nvPr/>
        </p:nvCxnSpPr>
        <p:spPr>
          <a:xfrm>
            <a:off x="1729863" y="3377486"/>
            <a:ext cx="258856" cy="0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E1004403-8F08-AE74-7A75-F64C28B25F9B}"/>
              </a:ext>
            </a:extLst>
          </p:cNvPr>
          <p:cNvCxnSpPr>
            <a:cxnSpLocks/>
          </p:cNvCxnSpPr>
          <p:nvPr/>
        </p:nvCxnSpPr>
        <p:spPr>
          <a:xfrm>
            <a:off x="1729863" y="3156029"/>
            <a:ext cx="258856" cy="0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07252B0F-6977-0ACB-3560-B03F3C387FC5}"/>
              </a:ext>
            </a:extLst>
          </p:cNvPr>
          <p:cNvCxnSpPr>
            <a:cxnSpLocks/>
          </p:cNvCxnSpPr>
          <p:nvPr/>
        </p:nvCxnSpPr>
        <p:spPr>
          <a:xfrm>
            <a:off x="1729863" y="2944892"/>
            <a:ext cx="258856" cy="0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29BD9619-F7DF-0152-E96C-03EE8BCDF7EA}"/>
              </a:ext>
            </a:extLst>
          </p:cNvPr>
          <p:cNvCxnSpPr>
            <a:cxnSpLocks/>
          </p:cNvCxnSpPr>
          <p:nvPr/>
        </p:nvCxnSpPr>
        <p:spPr>
          <a:xfrm>
            <a:off x="1606550" y="3878843"/>
            <a:ext cx="382462" cy="0"/>
          </a:xfrm>
          <a:prstGeom prst="line">
            <a:avLst/>
          </a:prstGeom>
          <a:ln w="5715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08FBB905-1B0D-D828-258F-48D01B1FF873}"/>
              </a:ext>
            </a:extLst>
          </p:cNvPr>
          <p:cNvCxnSpPr>
            <a:cxnSpLocks/>
          </p:cNvCxnSpPr>
          <p:nvPr/>
        </p:nvCxnSpPr>
        <p:spPr>
          <a:xfrm>
            <a:off x="1708588" y="4730739"/>
            <a:ext cx="258856" cy="0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8438FBDF-13B2-C447-5515-C606F17E2496}"/>
              </a:ext>
            </a:extLst>
          </p:cNvPr>
          <p:cNvCxnSpPr>
            <a:cxnSpLocks/>
          </p:cNvCxnSpPr>
          <p:nvPr/>
        </p:nvCxnSpPr>
        <p:spPr>
          <a:xfrm>
            <a:off x="1708588" y="4493249"/>
            <a:ext cx="258856" cy="0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5276A58C-7E83-6268-4023-489A8D5BA233}"/>
              </a:ext>
            </a:extLst>
          </p:cNvPr>
          <p:cNvCxnSpPr>
            <a:cxnSpLocks/>
          </p:cNvCxnSpPr>
          <p:nvPr/>
        </p:nvCxnSpPr>
        <p:spPr>
          <a:xfrm>
            <a:off x="1708588" y="4271792"/>
            <a:ext cx="258856" cy="0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C34E5183-6BEC-6CF7-DF10-CCAA2D582C8E}"/>
              </a:ext>
            </a:extLst>
          </p:cNvPr>
          <p:cNvCxnSpPr>
            <a:cxnSpLocks/>
          </p:cNvCxnSpPr>
          <p:nvPr/>
        </p:nvCxnSpPr>
        <p:spPr>
          <a:xfrm>
            <a:off x="1708588" y="4060655"/>
            <a:ext cx="258856" cy="0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62">
            <a:extLst>
              <a:ext uri="{FF2B5EF4-FFF2-40B4-BE49-F238E27FC236}">
                <a16:creationId xmlns:a16="http://schemas.microsoft.com/office/drawing/2014/main" id="{CC00D4D7-E369-EE08-FE3B-B6CDBF24D155}"/>
              </a:ext>
            </a:extLst>
          </p:cNvPr>
          <p:cNvCxnSpPr>
            <a:cxnSpLocks/>
          </p:cNvCxnSpPr>
          <p:nvPr/>
        </p:nvCxnSpPr>
        <p:spPr>
          <a:xfrm>
            <a:off x="1445594" y="4936330"/>
            <a:ext cx="930758" cy="0"/>
          </a:xfrm>
          <a:prstGeom prst="line">
            <a:avLst/>
          </a:prstGeom>
          <a:ln w="57150">
            <a:solidFill>
              <a:srgbClr val="4343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785E0AA0-4E6E-FAD3-5967-009F37EE1D13}"/>
              </a:ext>
            </a:extLst>
          </p:cNvPr>
          <p:cNvCxnSpPr>
            <a:cxnSpLocks/>
          </p:cNvCxnSpPr>
          <p:nvPr/>
        </p:nvCxnSpPr>
        <p:spPr>
          <a:xfrm>
            <a:off x="1988719" y="576125"/>
            <a:ext cx="392269" cy="0"/>
          </a:xfrm>
          <a:prstGeom prst="line">
            <a:avLst/>
          </a:prstGeom>
          <a:ln w="57150">
            <a:solidFill>
              <a:srgbClr val="4343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20CF6D7C-6344-2D9D-13E5-9F672BCE930B}"/>
              </a:ext>
            </a:extLst>
          </p:cNvPr>
          <p:cNvCxnSpPr>
            <a:cxnSpLocks/>
          </p:cNvCxnSpPr>
          <p:nvPr/>
        </p:nvCxnSpPr>
        <p:spPr>
          <a:xfrm>
            <a:off x="1729863" y="1428024"/>
            <a:ext cx="258856" cy="0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>
            <a:extLst>
              <a:ext uri="{FF2B5EF4-FFF2-40B4-BE49-F238E27FC236}">
                <a16:creationId xmlns:a16="http://schemas.microsoft.com/office/drawing/2014/main" id="{11C24872-376A-140E-3AD5-232C49B1C8A0}"/>
              </a:ext>
            </a:extLst>
          </p:cNvPr>
          <p:cNvCxnSpPr>
            <a:cxnSpLocks/>
          </p:cNvCxnSpPr>
          <p:nvPr/>
        </p:nvCxnSpPr>
        <p:spPr>
          <a:xfrm>
            <a:off x="1729863" y="1190534"/>
            <a:ext cx="258856" cy="0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70">
            <a:extLst>
              <a:ext uri="{FF2B5EF4-FFF2-40B4-BE49-F238E27FC236}">
                <a16:creationId xmlns:a16="http://schemas.microsoft.com/office/drawing/2014/main" id="{F3582E11-B870-9033-1F22-B2901631D7DF}"/>
              </a:ext>
            </a:extLst>
          </p:cNvPr>
          <p:cNvCxnSpPr>
            <a:cxnSpLocks/>
          </p:cNvCxnSpPr>
          <p:nvPr/>
        </p:nvCxnSpPr>
        <p:spPr>
          <a:xfrm>
            <a:off x="1729863" y="969077"/>
            <a:ext cx="258856" cy="0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>
            <a:extLst>
              <a:ext uri="{FF2B5EF4-FFF2-40B4-BE49-F238E27FC236}">
                <a16:creationId xmlns:a16="http://schemas.microsoft.com/office/drawing/2014/main" id="{440817C8-7EC9-B5A8-C3BE-11A2BFCF3BC0}"/>
              </a:ext>
            </a:extLst>
          </p:cNvPr>
          <p:cNvCxnSpPr>
            <a:cxnSpLocks/>
          </p:cNvCxnSpPr>
          <p:nvPr/>
        </p:nvCxnSpPr>
        <p:spPr>
          <a:xfrm>
            <a:off x="1729863" y="757940"/>
            <a:ext cx="258856" cy="0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ZoneTexte 76">
            <a:extLst>
              <a:ext uri="{FF2B5EF4-FFF2-40B4-BE49-F238E27FC236}">
                <a16:creationId xmlns:a16="http://schemas.microsoft.com/office/drawing/2014/main" id="{C750E088-B88B-A0F4-5C46-63BA74A8078E}"/>
              </a:ext>
            </a:extLst>
          </p:cNvPr>
          <p:cNvSpPr txBox="1"/>
          <p:nvPr/>
        </p:nvSpPr>
        <p:spPr>
          <a:xfrm>
            <a:off x="2366573" y="393712"/>
            <a:ext cx="776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69F173D4-93FD-4DDE-7678-02628BBD4B9D}"/>
              </a:ext>
            </a:extLst>
          </p:cNvPr>
          <p:cNvSpPr txBox="1"/>
          <p:nvPr/>
        </p:nvSpPr>
        <p:spPr>
          <a:xfrm>
            <a:off x="2339302" y="3693018"/>
            <a:ext cx="755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25</a:t>
            </a:r>
            <a:endParaRPr lang="en-CA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07A3A413-E6B2-1C56-C3CC-7D464C44A593}"/>
              </a:ext>
            </a:extLst>
          </p:cNvPr>
          <p:cNvSpPr txBox="1"/>
          <p:nvPr/>
        </p:nvSpPr>
        <p:spPr>
          <a:xfrm>
            <a:off x="2376353" y="4748716"/>
            <a:ext cx="654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en-CA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D66625A6-F636-1A8E-1AC5-A0C7D1162D94}"/>
              </a:ext>
            </a:extLst>
          </p:cNvPr>
          <p:cNvSpPr txBox="1"/>
          <p:nvPr/>
        </p:nvSpPr>
        <p:spPr>
          <a:xfrm>
            <a:off x="2376353" y="2581139"/>
            <a:ext cx="574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  <a:endParaRPr lang="en-CA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D4D17D66-5E8D-117B-2CA3-CF895C17EDB9}"/>
              </a:ext>
            </a:extLst>
          </p:cNvPr>
          <p:cNvSpPr txBox="1"/>
          <p:nvPr/>
        </p:nvSpPr>
        <p:spPr>
          <a:xfrm>
            <a:off x="2376352" y="1447500"/>
            <a:ext cx="574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75</a:t>
            </a:r>
          </a:p>
        </p:txBody>
      </p:sp>
      <p:cxnSp>
        <p:nvCxnSpPr>
          <p:cNvPr id="85" name="Connecteur droit 84">
            <a:extLst>
              <a:ext uri="{FF2B5EF4-FFF2-40B4-BE49-F238E27FC236}">
                <a16:creationId xmlns:a16="http://schemas.microsoft.com/office/drawing/2014/main" id="{D0419EAB-58E3-0C9D-FA21-A6EFB8B58D07}"/>
              </a:ext>
            </a:extLst>
          </p:cNvPr>
          <p:cNvCxnSpPr>
            <a:cxnSpLocks/>
          </p:cNvCxnSpPr>
          <p:nvPr/>
        </p:nvCxnSpPr>
        <p:spPr>
          <a:xfrm>
            <a:off x="1442293" y="1914082"/>
            <a:ext cx="546719" cy="3239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0598E804-5787-EF75-A611-B246F97C5A76}"/>
              </a:ext>
            </a:extLst>
          </p:cNvPr>
          <p:cNvSpPr/>
          <p:nvPr/>
        </p:nvSpPr>
        <p:spPr>
          <a:xfrm>
            <a:off x="1445594" y="583712"/>
            <a:ext cx="543418" cy="4352618"/>
          </a:xfrm>
          <a:prstGeom prst="roundRect">
            <a:avLst>
              <a:gd name="adj" fmla="val 0"/>
            </a:avLst>
          </a:prstGeom>
          <a:noFill/>
          <a:ln w="63500">
            <a:solidFill>
              <a:srgbClr val="4343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4" name="Triangle isocèle 83">
            <a:extLst>
              <a:ext uri="{FF2B5EF4-FFF2-40B4-BE49-F238E27FC236}">
                <a16:creationId xmlns:a16="http://schemas.microsoft.com/office/drawing/2014/main" id="{26814575-C828-9E67-19ED-7A67DC80BFD1}"/>
              </a:ext>
            </a:extLst>
          </p:cNvPr>
          <p:cNvSpPr/>
          <p:nvPr/>
        </p:nvSpPr>
        <p:spPr>
          <a:xfrm rot="16200000">
            <a:off x="2018533" y="1848308"/>
            <a:ext cx="246528" cy="177132"/>
          </a:xfrm>
          <a:prstGeom prst="triangle">
            <a:avLst>
              <a:gd name="adj" fmla="val 49774"/>
            </a:avLst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C1057164-E394-57EE-8248-9C16BC1B55D1}"/>
              </a:ext>
            </a:extLst>
          </p:cNvPr>
          <p:cNvCxnSpPr>
            <a:cxnSpLocks/>
          </p:cNvCxnSpPr>
          <p:nvPr/>
        </p:nvCxnSpPr>
        <p:spPr>
          <a:xfrm>
            <a:off x="2006378" y="3878843"/>
            <a:ext cx="384039" cy="0"/>
          </a:xfrm>
          <a:prstGeom prst="line">
            <a:avLst/>
          </a:prstGeom>
          <a:ln w="57150">
            <a:solidFill>
              <a:srgbClr val="4343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EEF7FCA6-8251-10B8-625C-5C40B542FABF}"/>
              </a:ext>
            </a:extLst>
          </p:cNvPr>
          <p:cNvCxnSpPr>
            <a:cxnSpLocks/>
          </p:cNvCxnSpPr>
          <p:nvPr/>
        </p:nvCxnSpPr>
        <p:spPr>
          <a:xfrm>
            <a:off x="1967444" y="2760021"/>
            <a:ext cx="384039" cy="0"/>
          </a:xfrm>
          <a:prstGeom prst="line">
            <a:avLst/>
          </a:prstGeom>
          <a:ln w="57150">
            <a:solidFill>
              <a:srgbClr val="4343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C07BED7D-80D0-B394-E4B4-E978A86F8608}"/>
              </a:ext>
            </a:extLst>
          </p:cNvPr>
          <p:cNvCxnSpPr>
            <a:cxnSpLocks/>
          </p:cNvCxnSpPr>
          <p:nvPr/>
        </p:nvCxnSpPr>
        <p:spPr>
          <a:xfrm>
            <a:off x="2006378" y="1647210"/>
            <a:ext cx="384039" cy="0"/>
          </a:xfrm>
          <a:prstGeom prst="line">
            <a:avLst/>
          </a:prstGeom>
          <a:ln w="57150">
            <a:solidFill>
              <a:srgbClr val="4343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135BB72A-4BE4-674F-76C6-83ECE001D03B}"/>
              </a:ext>
            </a:extLst>
          </p:cNvPr>
          <p:cNvGrpSpPr/>
          <p:nvPr/>
        </p:nvGrpSpPr>
        <p:grpSpPr>
          <a:xfrm>
            <a:off x="3781311" y="349326"/>
            <a:ext cx="1055955" cy="2559054"/>
            <a:chOff x="5451361" y="1788371"/>
            <a:chExt cx="1055955" cy="2559054"/>
          </a:xfrm>
        </p:grpSpPr>
        <p:sp>
          <p:nvSpPr>
            <p:cNvPr id="4" name="Rectangle : coins arrondis 3">
              <a:extLst>
                <a:ext uri="{FF2B5EF4-FFF2-40B4-BE49-F238E27FC236}">
                  <a16:creationId xmlns:a16="http://schemas.microsoft.com/office/drawing/2014/main" id="{991CCEB5-75C3-E745-ED22-C1715AC0ACA1}"/>
                </a:ext>
              </a:extLst>
            </p:cNvPr>
            <p:cNvSpPr/>
            <p:nvPr/>
          </p:nvSpPr>
          <p:spPr>
            <a:xfrm>
              <a:off x="5523347" y="1988426"/>
              <a:ext cx="102285" cy="2158918"/>
            </a:xfrm>
            <a:prstGeom prst="roundRect">
              <a:avLst>
                <a:gd name="adj" fmla="val 0"/>
              </a:avLst>
            </a:prstGeom>
            <a:solidFill>
              <a:srgbClr val="A5A5A5"/>
            </a:solidFill>
            <a:ln w="38100">
              <a:solidFill>
                <a:srgbClr val="43434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BE52F32F-3292-642F-1518-A2707D07B6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5632" y="4147345"/>
              <a:ext cx="127468" cy="0"/>
            </a:xfrm>
            <a:prstGeom prst="line">
              <a:avLst/>
            </a:prstGeom>
            <a:ln w="38100">
              <a:solidFill>
                <a:srgbClr val="43434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EBB98F9-B4F4-CD78-52CA-9AD1613F2500}"/>
                </a:ext>
              </a:extLst>
            </p:cNvPr>
            <p:cNvSpPr/>
            <p:nvPr/>
          </p:nvSpPr>
          <p:spPr>
            <a:xfrm>
              <a:off x="5451361" y="2774130"/>
              <a:ext cx="237287" cy="118540"/>
            </a:xfrm>
            <a:prstGeom prst="rect">
              <a:avLst/>
            </a:prstGeom>
            <a:solidFill>
              <a:srgbClr val="ED7D31"/>
            </a:solidFill>
            <a:ln w="44450">
              <a:solidFill>
                <a:srgbClr val="64310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E3B52C90-775F-A330-5C8B-74902AE9B146}"/>
                </a:ext>
              </a:extLst>
            </p:cNvPr>
            <p:cNvSpPr txBox="1"/>
            <p:nvPr/>
          </p:nvSpPr>
          <p:spPr>
            <a:xfrm>
              <a:off x="5725452" y="1788371"/>
              <a:ext cx="709628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CA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100</a:t>
              </a: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4B76684A-8C2E-2EEE-34DF-D9DEE845752F}"/>
                </a:ext>
              </a:extLst>
            </p:cNvPr>
            <p:cNvSpPr txBox="1"/>
            <p:nvPr/>
          </p:nvSpPr>
          <p:spPr>
            <a:xfrm>
              <a:off x="5751665" y="3435113"/>
              <a:ext cx="755651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CA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25</a:t>
              </a:r>
              <a:endParaRPr lang="en-CA" sz="18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F76A0BD9-C9D6-1638-3DEA-CA324DE39191}"/>
                </a:ext>
              </a:extLst>
            </p:cNvPr>
            <p:cNvSpPr txBox="1"/>
            <p:nvPr/>
          </p:nvSpPr>
          <p:spPr>
            <a:xfrm>
              <a:off x="5753100" y="3978093"/>
              <a:ext cx="654333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CA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  <a:endParaRPr lang="en-CA" sz="18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57584779-40F9-0159-C48D-DB158D12EA83}"/>
                </a:ext>
              </a:extLst>
            </p:cNvPr>
            <p:cNvSpPr txBox="1"/>
            <p:nvPr/>
          </p:nvSpPr>
          <p:spPr>
            <a:xfrm>
              <a:off x="5751665" y="2874034"/>
              <a:ext cx="574849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CA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50</a:t>
              </a:r>
              <a:endParaRPr lang="en-CA" sz="18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46AAE30E-5CA2-47D8-8CF9-A8530419D510}"/>
                </a:ext>
              </a:extLst>
            </p:cNvPr>
            <p:cNvSpPr txBox="1"/>
            <p:nvPr/>
          </p:nvSpPr>
          <p:spPr>
            <a:xfrm>
              <a:off x="5777807" y="2357686"/>
              <a:ext cx="466379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CA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75</a:t>
              </a:r>
            </a:p>
          </p:txBody>
        </p:sp>
        <p:cxnSp>
          <p:nvCxnSpPr>
            <p:cNvPr id="25" name="Connecteur droit 24">
              <a:extLst>
                <a:ext uri="{FF2B5EF4-FFF2-40B4-BE49-F238E27FC236}">
                  <a16:creationId xmlns:a16="http://schemas.microsoft.com/office/drawing/2014/main" id="{4728F7BD-03F9-A4FE-ECBA-A014DE1097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4197" y="3614976"/>
              <a:ext cx="127468" cy="0"/>
            </a:xfrm>
            <a:prstGeom prst="line">
              <a:avLst/>
            </a:prstGeom>
            <a:ln w="38100">
              <a:solidFill>
                <a:srgbClr val="43434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eur droit 25">
              <a:extLst>
                <a:ext uri="{FF2B5EF4-FFF2-40B4-BE49-F238E27FC236}">
                  <a16:creationId xmlns:a16="http://schemas.microsoft.com/office/drawing/2014/main" id="{D8531FA4-8DB7-D5F2-E319-B8AB4BF555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4197" y="3053555"/>
              <a:ext cx="127468" cy="0"/>
            </a:xfrm>
            <a:prstGeom prst="line">
              <a:avLst/>
            </a:prstGeom>
            <a:ln w="38100">
              <a:solidFill>
                <a:srgbClr val="43434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 droit 26">
              <a:extLst>
                <a:ext uri="{FF2B5EF4-FFF2-40B4-BE49-F238E27FC236}">
                  <a16:creationId xmlns:a16="http://schemas.microsoft.com/office/drawing/2014/main" id="{1E839463-8744-2C3E-E0FB-441852C072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37523" y="2542352"/>
              <a:ext cx="127468" cy="0"/>
            </a:xfrm>
            <a:prstGeom prst="line">
              <a:avLst/>
            </a:prstGeom>
            <a:ln w="38100">
              <a:solidFill>
                <a:srgbClr val="43434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252DCB4C-B229-DCF0-AE94-E0DDE03918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4197" y="1988426"/>
              <a:ext cx="127468" cy="0"/>
            </a:xfrm>
            <a:prstGeom prst="line">
              <a:avLst/>
            </a:prstGeom>
            <a:ln w="38100">
              <a:solidFill>
                <a:srgbClr val="43434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B8BF7973-0161-0FB6-CF86-F70716B40E00}"/>
              </a:ext>
            </a:extLst>
          </p:cNvPr>
          <p:cNvSpPr/>
          <p:nvPr/>
        </p:nvSpPr>
        <p:spPr>
          <a:xfrm>
            <a:off x="8683412" y="1335085"/>
            <a:ext cx="1800000" cy="900000"/>
          </a:xfrm>
          <a:prstGeom prst="roundRect">
            <a:avLst>
              <a:gd name="adj" fmla="val 1562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A" sz="8000" b="1" spc="-3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101</a:t>
            </a:r>
          </a:p>
        </p:txBody>
      </p:sp>
      <p:sp>
        <p:nvSpPr>
          <p:cNvPr id="65" name="Rectangle : coins arrondis 64">
            <a:extLst>
              <a:ext uri="{FF2B5EF4-FFF2-40B4-BE49-F238E27FC236}">
                <a16:creationId xmlns:a16="http://schemas.microsoft.com/office/drawing/2014/main" id="{DE4135A6-043A-44FD-F53D-46009EABB2D8}"/>
              </a:ext>
            </a:extLst>
          </p:cNvPr>
          <p:cNvSpPr/>
          <p:nvPr/>
        </p:nvSpPr>
        <p:spPr>
          <a:xfrm>
            <a:off x="8683412" y="2581139"/>
            <a:ext cx="1800000" cy="900000"/>
          </a:xfrm>
          <a:prstGeom prst="roundRect">
            <a:avLst>
              <a:gd name="adj" fmla="val 1562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A" sz="8000" b="1" spc="-3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9AF</a:t>
            </a:r>
          </a:p>
        </p:txBody>
      </p:sp>
      <p:sp>
        <p:nvSpPr>
          <p:cNvPr id="67" name="Rectangle : coins arrondis 66">
            <a:extLst>
              <a:ext uri="{FF2B5EF4-FFF2-40B4-BE49-F238E27FC236}">
                <a16:creationId xmlns:a16="http://schemas.microsoft.com/office/drawing/2014/main" id="{411C8F70-ED3D-F03C-8012-8FA1DA70E091}"/>
              </a:ext>
            </a:extLst>
          </p:cNvPr>
          <p:cNvSpPr/>
          <p:nvPr/>
        </p:nvSpPr>
        <p:spPr>
          <a:xfrm>
            <a:off x="8683412" y="3824946"/>
            <a:ext cx="1800000" cy="900000"/>
          </a:xfrm>
          <a:prstGeom prst="roundRect">
            <a:avLst>
              <a:gd name="adj" fmla="val 1562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A" sz="8000" b="1" spc="-3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123</a:t>
            </a:r>
          </a:p>
        </p:txBody>
      </p:sp>
      <p:sp>
        <p:nvSpPr>
          <p:cNvPr id="78" name="Rectangle : coins arrondis 77">
            <a:extLst>
              <a:ext uri="{FF2B5EF4-FFF2-40B4-BE49-F238E27FC236}">
                <a16:creationId xmlns:a16="http://schemas.microsoft.com/office/drawing/2014/main" id="{C767CAA3-176B-FDB7-D8CB-651C7C3E2721}"/>
              </a:ext>
            </a:extLst>
          </p:cNvPr>
          <p:cNvSpPr/>
          <p:nvPr/>
        </p:nvSpPr>
        <p:spPr>
          <a:xfrm>
            <a:off x="6218247" y="1304507"/>
            <a:ext cx="1800000" cy="900000"/>
          </a:xfrm>
          <a:prstGeom prst="roundRect">
            <a:avLst>
              <a:gd name="adj" fmla="val 1562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CA" sz="8000" b="1" spc="-3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101</a:t>
            </a:r>
          </a:p>
        </p:txBody>
      </p:sp>
      <p:sp>
        <p:nvSpPr>
          <p:cNvPr id="86" name="Rectangle : coins arrondis 85">
            <a:extLst>
              <a:ext uri="{FF2B5EF4-FFF2-40B4-BE49-F238E27FC236}">
                <a16:creationId xmlns:a16="http://schemas.microsoft.com/office/drawing/2014/main" id="{B194A913-9DB4-75C6-0ECB-B534BF7B82D0}"/>
              </a:ext>
            </a:extLst>
          </p:cNvPr>
          <p:cNvSpPr/>
          <p:nvPr/>
        </p:nvSpPr>
        <p:spPr>
          <a:xfrm>
            <a:off x="6218247" y="2550561"/>
            <a:ext cx="1800000" cy="900000"/>
          </a:xfrm>
          <a:prstGeom prst="roundRect">
            <a:avLst>
              <a:gd name="adj" fmla="val 1562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CA" sz="8000" b="1" spc="-3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9AF</a:t>
            </a:r>
          </a:p>
        </p:txBody>
      </p:sp>
      <p:sp>
        <p:nvSpPr>
          <p:cNvPr id="89" name="Rectangle : coins arrondis 88">
            <a:extLst>
              <a:ext uri="{FF2B5EF4-FFF2-40B4-BE49-F238E27FC236}">
                <a16:creationId xmlns:a16="http://schemas.microsoft.com/office/drawing/2014/main" id="{71A6F185-3C63-1D34-D7A9-1AB85DD89AA2}"/>
              </a:ext>
            </a:extLst>
          </p:cNvPr>
          <p:cNvSpPr/>
          <p:nvPr/>
        </p:nvSpPr>
        <p:spPr>
          <a:xfrm>
            <a:off x="6218247" y="3794368"/>
            <a:ext cx="1800000" cy="900000"/>
          </a:xfrm>
          <a:prstGeom prst="roundRect">
            <a:avLst>
              <a:gd name="adj" fmla="val 1562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CA" sz="8000" b="1" spc="-3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123</a:t>
            </a:r>
          </a:p>
        </p:txBody>
      </p:sp>
      <p:sp>
        <p:nvSpPr>
          <p:cNvPr id="91" name="Rectangle : coins arrondis 90">
            <a:extLst>
              <a:ext uri="{FF2B5EF4-FFF2-40B4-BE49-F238E27FC236}">
                <a16:creationId xmlns:a16="http://schemas.microsoft.com/office/drawing/2014/main" id="{66775EA8-446E-4B89-7BE4-2225F9DCF769}"/>
              </a:ext>
            </a:extLst>
          </p:cNvPr>
          <p:cNvSpPr/>
          <p:nvPr/>
        </p:nvSpPr>
        <p:spPr>
          <a:xfrm>
            <a:off x="8683412" y="4953597"/>
            <a:ext cx="1800000" cy="900000"/>
          </a:xfrm>
          <a:prstGeom prst="roundRect">
            <a:avLst>
              <a:gd name="adj" fmla="val 1562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A" sz="8000" b="1" spc="-3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000</a:t>
            </a:r>
          </a:p>
        </p:txBody>
      </p:sp>
      <p:sp>
        <p:nvSpPr>
          <p:cNvPr id="93" name="Rectangle : coins arrondis 92">
            <a:extLst>
              <a:ext uri="{FF2B5EF4-FFF2-40B4-BE49-F238E27FC236}">
                <a16:creationId xmlns:a16="http://schemas.microsoft.com/office/drawing/2014/main" id="{B0AA9DA8-3569-7F0B-5141-CB9A125DEBB2}"/>
              </a:ext>
            </a:extLst>
          </p:cNvPr>
          <p:cNvSpPr/>
          <p:nvPr/>
        </p:nvSpPr>
        <p:spPr>
          <a:xfrm>
            <a:off x="6218247" y="4923019"/>
            <a:ext cx="1800000" cy="900000"/>
          </a:xfrm>
          <a:prstGeom prst="roundRect">
            <a:avLst>
              <a:gd name="adj" fmla="val 1562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CA" sz="8000" b="1" spc="-3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000</a:t>
            </a:r>
          </a:p>
        </p:txBody>
      </p:sp>
    </p:spTree>
    <p:extLst>
      <p:ext uri="{BB962C8B-B14F-4D97-AF65-F5344CB8AC3E}">
        <p14:creationId xmlns:p14="http://schemas.microsoft.com/office/powerpoint/2010/main" val="1895990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2555159-C2BB-4DBE-5396-731C16B17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651"/>
            <a:ext cx="12192000" cy="6598698"/>
          </a:xfrm>
          <a:prstGeom prst="rect">
            <a:avLst/>
          </a:prstGeom>
        </p:spPr>
      </p:pic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77CE7DEF-91F6-8B33-A624-3217C2851430}"/>
              </a:ext>
            </a:extLst>
          </p:cNvPr>
          <p:cNvSpPr/>
          <p:nvPr/>
        </p:nvSpPr>
        <p:spPr>
          <a:xfrm>
            <a:off x="0" y="457200"/>
            <a:ext cx="538480" cy="5984240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  <a:alpha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7696919-AB0B-CB43-7947-AA1B322F89AE}"/>
              </a:ext>
            </a:extLst>
          </p:cNvPr>
          <p:cNvSpPr/>
          <p:nvPr/>
        </p:nvSpPr>
        <p:spPr>
          <a:xfrm>
            <a:off x="0" y="6532881"/>
            <a:ext cx="11948160" cy="195468"/>
          </a:xfrm>
          <a:prstGeom prst="roundRect">
            <a:avLst>
              <a:gd name="adj" fmla="val 5346"/>
            </a:avLst>
          </a:prstGeom>
          <a:solidFill>
            <a:schemeClr val="accent5">
              <a:lumMod val="40000"/>
              <a:lumOff val="60000"/>
              <a:alpha val="25000"/>
            </a:schemeClr>
          </a:solidFill>
          <a:ln>
            <a:solidFill>
              <a:srgbClr val="FF000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rgbClr val="FF0000"/>
                </a:solidFill>
              </a:rPr>
              <a:t>Status bar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1F8BDC99-8F4A-48A9-0806-3F6CED7075B7}"/>
              </a:ext>
            </a:extLst>
          </p:cNvPr>
          <p:cNvSpPr/>
          <p:nvPr/>
        </p:nvSpPr>
        <p:spPr>
          <a:xfrm>
            <a:off x="531812" y="457200"/>
            <a:ext cx="11409680" cy="5991942"/>
          </a:xfrm>
          <a:prstGeom prst="roundRect">
            <a:avLst>
              <a:gd name="adj" fmla="val 0"/>
            </a:avLst>
          </a:prstGeom>
          <a:solidFill>
            <a:schemeClr val="accent1">
              <a:alpha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rgbClr val="FF0000"/>
                </a:solidFill>
              </a:rPr>
              <a:t>DASHBOARD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1E00549-A450-FA64-4BE5-E34EA348A3B0}"/>
              </a:ext>
            </a:extLst>
          </p:cNvPr>
          <p:cNvSpPr txBox="1"/>
          <p:nvPr/>
        </p:nvSpPr>
        <p:spPr>
          <a:xfrm rot="18419661">
            <a:off x="-157480" y="3948210"/>
            <a:ext cx="919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>
                <a:solidFill>
                  <a:srgbClr val="FF0000"/>
                </a:solidFill>
              </a:rPr>
              <a:t>Sidebar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D527F47-B1BB-AE43-9EFD-A9CB6F3984EB}"/>
              </a:ext>
            </a:extLst>
          </p:cNvPr>
          <p:cNvSpPr txBox="1"/>
          <p:nvPr/>
        </p:nvSpPr>
        <p:spPr>
          <a:xfrm>
            <a:off x="4864100" y="201710"/>
            <a:ext cx="919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>
                <a:solidFill>
                  <a:srgbClr val="FF0000"/>
                </a:solidFill>
              </a:rPr>
              <a:t>Menu bar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1161226-DF20-7233-3CF8-F7D193BA2C46}"/>
              </a:ext>
            </a:extLst>
          </p:cNvPr>
          <p:cNvSpPr txBox="1"/>
          <p:nvPr/>
        </p:nvSpPr>
        <p:spPr>
          <a:xfrm>
            <a:off x="9644379" y="825479"/>
            <a:ext cx="1395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>
                <a:solidFill>
                  <a:srgbClr val="FF0000"/>
                </a:solidFill>
              </a:rPr>
              <a:t>Variable list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A90744C7-18D8-13D0-D6EE-6D60B549423C}"/>
              </a:ext>
            </a:extLst>
          </p:cNvPr>
          <p:cNvCxnSpPr>
            <a:cxnSpLocks/>
          </p:cNvCxnSpPr>
          <p:nvPr/>
        </p:nvCxnSpPr>
        <p:spPr>
          <a:xfrm flipV="1">
            <a:off x="10753725" y="744636"/>
            <a:ext cx="1103948" cy="23473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B0C3522A-5663-CB18-D4D9-97978B132405}"/>
              </a:ext>
            </a:extLst>
          </p:cNvPr>
          <p:cNvSpPr txBox="1"/>
          <p:nvPr/>
        </p:nvSpPr>
        <p:spPr>
          <a:xfrm>
            <a:off x="1306193" y="876277"/>
            <a:ext cx="1395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>
                <a:solidFill>
                  <a:srgbClr val="FF0000"/>
                </a:solidFill>
              </a:rPr>
              <a:t>Single instance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D3CE282-434E-99B0-B38D-C607DC6AF49A}"/>
              </a:ext>
            </a:extLst>
          </p:cNvPr>
          <p:cNvSpPr txBox="1"/>
          <p:nvPr/>
        </p:nvSpPr>
        <p:spPr>
          <a:xfrm>
            <a:off x="1306194" y="1814315"/>
            <a:ext cx="1395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>
                <a:solidFill>
                  <a:srgbClr val="FF0000"/>
                </a:solidFill>
              </a:rPr>
              <a:t>Multi instance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ACDD1501-75DE-6117-BC22-9EF6E61394AC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762000" y="1968203"/>
            <a:ext cx="544194" cy="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A9BE5135-4054-7F5C-5ECB-D89829AFF3A2}"/>
              </a:ext>
            </a:extLst>
          </p:cNvPr>
          <p:cNvCxnSpPr>
            <a:cxnSpLocks/>
          </p:cNvCxnSpPr>
          <p:nvPr/>
        </p:nvCxnSpPr>
        <p:spPr>
          <a:xfrm flipH="1">
            <a:off x="749379" y="1030165"/>
            <a:ext cx="569436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563CD4DF-C06E-C9F8-83F1-DAE8849C7267}"/>
              </a:ext>
            </a:extLst>
          </p:cNvPr>
          <p:cNvCxnSpPr>
            <a:cxnSpLocks/>
          </p:cNvCxnSpPr>
          <p:nvPr/>
        </p:nvCxnSpPr>
        <p:spPr>
          <a:xfrm flipH="1">
            <a:off x="0" y="1381125"/>
            <a:ext cx="5384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A4F067D9-2C62-9BD8-5E60-C05223DC9FAB}"/>
              </a:ext>
            </a:extLst>
          </p:cNvPr>
          <p:cNvCxnSpPr>
            <a:cxnSpLocks/>
          </p:cNvCxnSpPr>
          <p:nvPr/>
        </p:nvCxnSpPr>
        <p:spPr>
          <a:xfrm flipH="1">
            <a:off x="0" y="2741612"/>
            <a:ext cx="53181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151BA56F-C5B2-3C29-8BC7-CDEF9C55E002}"/>
              </a:ext>
            </a:extLst>
          </p:cNvPr>
          <p:cNvSpPr txBox="1"/>
          <p:nvPr/>
        </p:nvSpPr>
        <p:spPr>
          <a:xfrm>
            <a:off x="545149" y="5403914"/>
            <a:ext cx="12519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dirty="0">
                <a:solidFill>
                  <a:srgbClr val="FF0000"/>
                </a:solidFill>
              </a:rPr>
              <a:t>Client/Server  comm.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08441340-7842-C899-C4E2-E329D7B0DA12}"/>
              </a:ext>
            </a:extLst>
          </p:cNvPr>
          <p:cNvSpPr txBox="1"/>
          <p:nvPr/>
        </p:nvSpPr>
        <p:spPr>
          <a:xfrm>
            <a:off x="1318815" y="4911272"/>
            <a:ext cx="1395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dirty="0">
                <a:solidFill>
                  <a:srgbClr val="FF0000"/>
                </a:solidFill>
              </a:rPr>
              <a:t>Server/device comm. link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14928E59-C762-6AD7-C5DA-B6DDA78E094B}"/>
              </a:ext>
            </a:extLst>
          </p:cNvPr>
          <p:cNvSpPr txBox="1"/>
          <p:nvPr/>
        </p:nvSpPr>
        <p:spPr>
          <a:xfrm>
            <a:off x="2031919" y="5445523"/>
            <a:ext cx="1124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dirty="0">
                <a:solidFill>
                  <a:srgbClr val="FF0000"/>
                </a:solidFill>
              </a:rPr>
              <a:t>Server/device </a:t>
            </a:r>
          </a:p>
          <a:p>
            <a:pPr algn="ctr"/>
            <a:r>
              <a:rPr lang="en-CA" sz="1200" dirty="0">
                <a:solidFill>
                  <a:srgbClr val="FF0000"/>
                </a:solidFill>
              </a:rPr>
              <a:t>Comm.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A25DF06D-06AF-2A04-58B9-F1F6DED55B45}"/>
              </a:ext>
            </a:extLst>
          </p:cNvPr>
          <p:cNvSpPr txBox="1"/>
          <p:nvPr/>
        </p:nvSpPr>
        <p:spPr>
          <a:xfrm>
            <a:off x="2981079" y="5079609"/>
            <a:ext cx="107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dirty="0">
                <a:solidFill>
                  <a:srgbClr val="FF0000"/>
                </a:solidFill>
              </a:rPr>
              <a:t>Server Loaded SFD</a:t>
            </a:r>
          </a:p>
        </p:txBody>
      </p: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E4D198C3-205A-E2F1-5586-06B932BEB398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635773" y="5865579"/>
            <a:ext cx="535327" cy="70001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FC1EACDF-8453-3EB1-1C5A-47B96C5AB6D7}"/>
              </a:ext>
            </a:extLst>
          </p:cNvPr>
          <p:cNvCxnSpPr>
            <a:cxnSpLocks/>
          </p:cNvCxnSpPr>
          <p:nvPr/>
        </p:nvCxnSpPr>
        <p:spPr>
          <a:xfrm flipH="1">
            <a:off x="1516380" y="5363412"/>
            <a:ext cx="377964" cy="120155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E15BB5BA-AE57-3413-4A0C-54811F1A1DCF}"/>
              </a:ext>
            </a:extLst>
          </p:cNvPr>
          <p:cNvCxnSpPr>
            <a:cxnSpLocks/>
            <a:stCxn id="47" idx="2"/>
          </p:cNvCxnSpPr>
          <p:nvPr/>
        </p:nvCxnSpPr>
        <p:spPr>
          <a:xfrm flipH="1">
            <a:off x="2351502" y="5907188"/>
            <a:ext cx="242433" cy="66897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1A5EE17C-0CA0-1DB7-45B4-5AFA9FBF47AB}"/>
              </a:ext>
            </a:extLst>
          </p:cNvPr>
          <p:cNvCxnSpPr>
            <a:cxnSpLocks/>
          </p:cNvCxnSpPr>
          <p:nvPr/>
        </p:nvCxnSpPr>
        <p:spPr>
          <a:xfrm flipH="1">
            <a:off x="3467611" y="5557602"/>
            <a:ext cx="96976" cy="103048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ZoneTexte 59">
            <a:extLst>
              <a:ext uri="{FF2B5EF4-FFF2-40B4-BE49-F238E27FC236}">
                <a16:creationId xmlns:a16="http://schemas.microsoft.com/office/drawing/2014/main" id="{F75DD10D-811B-C631-0D78-A1F2DCB9EF66}"/>
              </a:ext>
            </a:extLst>
          </p:cNvPr>
          <p:cNvSpPr txBox="1"/>
          <p:nvPr/>
        </p:nvSpPr>
        <p:spPr>
          <a:xfrm>
            <a:off x="4103067" y="5260857"/>
            <a:ext cx="1070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dirty="0">
                <a:solidFill>
                  <a:srgbClr val="FF0000"/>
                </a:solidFill>
              </a:rPr>
              <a:t>Device Datalogger state</a:t>
            </a:r>
          </a:p>
        </p:txBody>
      </p: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B6657CAC-E3AC-0424-CDCE-B3277E813655}"/>
              </a:ext>
            </a:extLst>
          </p:cNvPr>
          <p:cNvCxnSpPr>
            <a:cxnSpLocks/>
            <a:stCxn id="60" idx="2"/>
          </p:cNvCxnSpPr>
          <p:nvPr/>
        </p:nvCxnSpPr>
        <p:spPr>
          <a:xfrm flipH="1">
            <a:off x="4511703" y="5907188"/>
            <a:ext cx="126384" cy="65778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708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0BEAD-72D2-8585-CBA3-D79D8072B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401EEE45-A391-D3E6-7CCD-3FCACB701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072" y="1009312"/>
            <a:ext cx="9173855" cy="4839375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B2D453B3-F716-27AA-04BF-DD69D6B844D8}"/>
              </a:ext>
            </a:extLst>
          </p:cNvPr>
          <p:cNvSpPr/>
          <p:nvPr/>
        </p:nvSpPr>
        <p:spPr>
          <a:xfrm>
            <a:off x="4945983" y="1305612"/>
            <a:ext cx="5324540" cy="4543074"/>
          </a:xfrm>
          <a:prstGeom prst="roundRect">
            <a:avLst>
              <a:gd name="adj" fmla="val 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800" dirty="0">
              <a:solidFill>
                <a:srgbClr val="FF0000"/>
              </a:solidFill>
            </a:endParaRP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F20D7410-680F-C5A4-DB0E-790FD5E27DC2}"/>
              </a:ext>
            </a:extLst>
          </p:cNvPr>
          <p:cNvSpPr txBox="1"/>
          <p:nvPr/>
        </p:nvSpPr>
        <p:spPr>
          <a:xfrm>
            <a:off x="3745105" y="1939241"/>
            <a:ext cx="107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dirty="0">
                <a:solidFill>
                  <a:srgbClr val="FF0000"/>
                </a:solidFill>
              </a:rPr>
              <a:t>Available Widgets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D7E29A6C-580F-D0A7-1ADA-BF7240D3B17A}"/>
              </a:ext>
            </a:extLst>
          </p:cNvPr>
          <p:cNvCxnSpPr>
            <a:cxnSpLocks/>
          </p:cNvCxnSpPr>
          <p:nvPr/>
        </p:nvCxnSpPr>
        <p:spPr>
          <a:xfrm flipH="1" flipV="1">
            <a:off x="3179040" y="2158738"/>
            <a:ext cx="734301" cy="13566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568E9C44-F6D5-3459-0AE4-207C668887E4}"/>
              </a:ext>
            </a:extLst>
          </p:cNvPr>
          <p:cNvCxnSpPr>
            <a:cxnSpLocks/>
          </p:cNvCxnSpPr>
          <p:nvPr/>
        </p:nvCxnSpPr>
        <p:spPr>
          <a:xfrm flipH="1">
            <a:off x="3228749" y="2294407"/>
            <a:ext cx="684592" cy="88218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88C558DE-2AD0-76B5-5C1A-235A54248CF2}"/>
              </a:ext>
            </a:extLst>
          </p:cNvPr>
          <p:cNvCxnSpPr>
            <a:cxnSpLocks/>
          </p:cNvCxnSpPr>
          <p:nvPr/>
        </p:nvCxnSpPr>
        <p:spPr>
          <a:xfrm flipH="1">
            <a:off x="3714161" y="2294408"/>
            <a:ext cx="217335" cy="228701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33132E9D-3347-728C-0FC5-C1B085EBDF52}"/>
              </a:ext>
            </a:extLst>
          </p:cNvPr>
          <p:cNvSpPr txBox="1"/>
          <p:nvPr/>
        </p:nvSpPr>
        <p:spPr>
          <a:xfrm>
            <a:off x="6979684" y="1305612"/>
            <a:ext cx="107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b="1" dirty="0">
                <a:solidFill>
                  <a:srgbClr val="FF0000"/>
                </a:solidFill>
              </a:rPr>
              <a:t>Work zone</a:t>
            </a:r>
          </a:p>
          <a:p>
            <a:pPr algn="ctr"/>
            <a:r>
              <a:rPr lang="en-CA" sz="1200" b="1" dirty="0">
                <a:solidFill>
                  <a:srgbClr val="FF0000"/>
                </a:solidFill>
              </a:rPr>
              <a:t>(edit mode)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29EA9F49-1023-41D1-3E98-F9A89EE76791}"/>
              </a:ext>
            </a:extLst>
          </p:cNvPr>
          <p:cNvSpPr txBox="1"/>
          <p:nvPr/>
        </p:nvSpPr>
        <p:spPr>
          <a:xfrm>
            <a:off x="8288429" y="2899589"/>
            <a:ext cx="107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dirty="0">
                <a:solidFill>
                  <a:srgbClr val="FF0000"/>
                </a:solidFill>
              </a:rPr>
              <a:t>User placed widgets</a:t>
            </a:r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E1C62237-59B0-1505-CA57-C42C579CE1B8}"/>
              </a:ext>
            </a:extLst>
          </p:cNvPr>
          <p:cNvCxnSpPr>
            <a:cxnSpLocks/>
          </p:cNvCxnSpPr>
          <p:nvPr/>
        </p:nvCxnSpPr>
        <p:spPr>
          <a:xfrm flipH="1" flipV="1">
            <a:off x="6749592" y="2572723"/>
            <a:ext cx="1640264" cy="47213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20C2DA27-2705-E312-E7AE-A2ED6CBF8D81}"/>
              </a:ext>
            </a:extLst>
          </p:cNvPr>
          <p:cNvCxnSpPr>
            <a:cxnSpLocks/>
          </p:cNvCxnSpPr>
          <p:nvPr/>
        </p:nvCxnSpPr>
        <p:spPr>
          <a:xfrm flipH="1">
            <a:off x="7608253" y="3176588"/>
            <a:ext cx="866444" cy="152082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9D13BFA1-D2C3-2310-8794-18C13374F8FB}"/>
              </a:ext>
            </a:extLst>
          </p:cNvPr>
          <p:cNvSpPr/>
          <p:nvPr/>
        </p:nvSpPr>
        <p:spPr>
          <a:xfrm>
            <a:off x="1509072" y="1305612"/>
            <a:ext cx="3436911" cy="4543074"/>
          </a:xfrm>
          <a:prstGeom prst="roundRect">
            <a:avLst>
              <a:gd name="adj" fmla="val 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800" dirty="0">
              <a:solidFill>
                <a:srgbClr val="FF0000"/>
              </a:solidFill>
            </a:endParaRP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F808FE48-D532-833F-0A54-848B58DD7F16}"/>
              </a:ext>
            </a:extLst>
          </p:cNvPr>
          <p:cNvSpPr txBox="1"/>
          <p:nvPr/>
        </p:nvSpPr>
        <p:spPr>
          <a:xfrm>
            <a:off x="2861456" y="1305612"/>
            <a:ext cx="107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b="1" dirty="0">
                <a:solidFill>
                  <a:srgbClr val="FF0000"/>
                </a:solidFill>
              </a:rPr>
              <a:t>Left menu</a:t>
            </a:r>
          </a:p>
          <a:p>
            <a:pPr algn="ctr"/>
            <a:r>
              <a:rPr lang="en-CA" sz="1200" b="1" dirty="0">
                <a:solidFill>
                  <a:srgbClr val="FF0000"/>
                </a:solidFill>
              </a:rPr>
              <a:t>(edit mode)</a:t>
            </a:r>
          </a:p>
        </p:txBody>
      </p:sp>
    </p:spTree>
    <p:extLst>
      <p:ext uri="{BB962C8B-B14F-4D97-AF65-F5344CB8AC3E}">
        <p14:creationId xmlns:p14="http://schemas.microsoft.com/office/powerpoint/2010/main" val="1453415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F39C1-E060-1411-19ED-E4787B575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65B80316-59F0-6A75-C3D9-774DA78E9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8539" y="561575"/>
            <a:ext cx="6935168" cy="5734850"/>
          </a:xfrm>
          <a:prstGeom prst="rect">
            <a:avLst/>
          </a:prstGeom>
        </p:spPr>
      </p:pic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DF9B8FE-8576-94AE-E954-A41C7766CAC8}"/>
              </a:ext>
            </a:extLst>
          </p:cNvPr>
          <p:cNvSpPr/>
          <p:nvPr/>
        </p:nvSpPr>
        <p:spPr>
          <a:xfrm>
            <a:off x="2760323" y="2384980"/>
            <a:ext cx="3335677" cy="3987655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  <a:alpha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C664ABDE-353E-837F-A858-3CFF6FF2B2BF}"/>
              </a:ext>
            </a:extLst>
          </p:cNvPr>
          <p:cNvSpPr txBox="1"/>
          <p:nvPr/>
        </p:nvSpPr>
        <p:spPr>
          <a:xfrm>
            <a:off x="7036255" y="4657543"/>
            <a:ext cx="1570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dirty="0">
                <a:solidFill>
                  <a:srgbClr val="FF0000"/>
                </a:solidFill>
              </a:rPr>
              <a:t>Selected widget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B9822253-8ECA-F381-A0DF-637A8316859D}"/>
              </a:ext>
            </a:extLst>
          </p:cNvPr>
          <p:cNvSpPr/>
          <p:nvPr/>
        </p:nvSpPr>
        <p:spPr>
          <a:xfrm>
            <a:off x="2760323" y="1023240"/>
            <a:ext cx="3335677" cy="1361739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6C82EA6-DC28-ACA5-4443-CE45531E17F5}"/>
              </a:ext>
            </a:extLst>
          </p:cNvPr>
          <p:cNvSpPr txBox="1"/>
          <p:nvPr/>
        </p:nvSpPr>
        <p:spPr>
          <a:xfrm>
            <a:off x="3758870" y="1023240"/>
            <a:ext cx="1710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dirty="0">
                <a:solidFill>
                  <a:srgbClr val="FF0000"/>
                </a:solidFill>
              </a:rPr>
              <a:t>Input values</a:t>
            </a:r>
            <a:br>
              <a:rPr lang="en-CA" sz="1200" dirty="0">
                <a:solidFill>
                  <a:srgbClr val="FF0000"/>
                </a:solidFill>
              </a:rPr>
            </a:br>
            <a:r>
              <a:rPr lang="en-CA" sz="1200" dirty="0">
                <a:solidFill>
                  <a:srgbClr val="FF0000"/>
                </a:solidFill>
              </a:rPr>
              <a:t>(tied to </a:t>
            </a:r>
            <a:r>
              <a:rPr lang="en-CA" sz="1200" dirty="0" err="1">
                <a:solidFill>
                  <a:srgbClr val="FF0000"/>
                </a:solidFill>
              </a:rPr>
              <a:t>watchables</a:t>
            </a:r>
            <a:r>
              <a:rPr lang="en-CA" sz="12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DC5E0E8-5AAC-2F97-5EFD-F174AC5BC095}"/>
              </a:ext>
            </a:extLst>
          </p:cNvPr>
          <p:cNvSpPr txBox="1"/>
          <p:nvPr/>
        </p:nvSpPr>
        <p:spPr>
          <a:xfrm>
            <a:off x="3758870" y="5772348"/>
            <a:ext cx="1710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dirty="0">
                <a:solidFill>
                  <a:srgbClr val="FF0000"/>
                </a:solidFill>
              </a:rPr>
              <a:t>Constant configuration</a:t>
            </a:r>
            <a:br>
              <a:rPr lang="en-CA" sz="1200" dirty="0">
                <a:solidFill>
                  <a:srgbClr val="FF0000"/>
                </a:solidFill>
              </a:rPr>
            </a:br>
            <a:r>
              <a:rPr lang="en-CA" sz="1200" dirty="0">
                <a:solidFill>
                  <a:srgbClr val="FF0000"/>
                </a:solidFill>
              </a:rPr>
              <a:t>(Not tied to </a:t>
            </a:r>
            <a:r>
              <a:rPr lang="en-CA" sz="1200" dirty="0" err="1">
                <a:solidFill>
                  <a:srgbClr val="FF0000"/>
                </a:solidFill>
              </a:rPr>
              <a:t>watchables</a:t>
            </a:r>
            <a:r>
              <a:rPr lang="en-CA" sz="12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26E6EB1-3DDC-4389-69D0-7FEDD1C4B8D2}"/>
              </a:ext>
            </a:extLst>
          </p:cNvPr>
          <p:cNvSpPr txBox="1"/>
          <p:nvPr/>
        </p:nvSpPr>
        <p:spPr>
          <a:xfrm>
            <a:off x="7354833" y="840532"/>
            <a:ext cx="107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b="1" dirty="0">
                <a:solidFill>
                  <a:srgbClr val="FF0000"/>
                </a:solidFill>
              </a:rPr>
              <a:t>Work zone</a:t>
            </a:r>
          </a:p>
          <a:p>
            <a:pPr algn="ctr"/>
            <a:r>
              <a:rPr lang="en-CA" sz="1200" b="1" dirty="0">
                <a:solidFill>
                  <a:srgbClr val="FF0000"/>
                </a:solidFill>
              </a:rPr>
              <a:t>(edit mode)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B72CA12-E178-0875-AF2B-769B6EDB1DD7}"/>
              </a:ext>
            </a:extLst>
          </p:cNvPr>
          <p:cNvSpPr txBox="1"/>
          <p:nvPr/>
        </p:nvSpPr>
        <p:spPr>
          <a:xfrm>
            <a:off x="8705579" y="1603656"/>
            <a:ext cx="10716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dirty="0">
                <a:solidFill>
                  <a:srgbClr val="FF0000"/>
                </a:solidFill>
              </a:rPr>
              <a:t>Resize handle</a:t>
            </a: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965F60D8-F79A-4865-63E6-32AA5323FD97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8955464" y="1880655"/>
            <a:ext cx="285963" cy="59859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3568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0B7C7-2869-43CA-1329-C75CDEE6E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26">
            <a:extLst>
              <a:ext uri="{FF2B5EF4-FFF2-40B4-BE49-F238E27FC236}">
                <a16:creationId xmlns:a16="http://schemas.microsoft.com/office/drawing/2014/main" id="{3C848212-FE54-1B65-6E16-DF7B569DE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590" y="1651262"/>
            <a:ext cx="4505954" cy="4048690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F42E5AAB-C053-120B-64D2-FCBD58778485}"/>
              </a:ext>
            </a:extLst>
          </p:cNvPr>
          <p:cNvSpPr txBox="1"/>
          <p:nvPr/>
        </p:nvSpPr>
        <p:spPr>
          <a:xfrm>
            <a:off x="2885150" y="2982724"/>
            <a:ext cx="1071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600" dirty="0">
                <a:solidFill>
                  <a:srgbClr val="FF0000"/>
                </a:solidFill>
              </a:rPr>
              <a:t>Pointer</a:t>
            </a: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E08C26F5-10A8-2739-7744-FD2CE93696A3}"/>
              </a:ext>
            </a:extLst>
          </p:cNvPr>
          <p:cNvCxnSpPr>
            <a:cxnSpLocks/>
          </p:cNvCxnSpPr>
          <p:nvPr/>
        </p:nvCxnSpPr>
        <p:spPr>
          <a:xfrm>
            <a:off x="3806823" y="3152001"/>
            <a:ext cx="1406200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BD93E596-5423-32FD-06F1-2A565254D501}"/>
              </a:ext>
            </a:extLst>
          </p:cNvPr>
          <p:cNvSpPr txBox="1"/>
          <p:nvPr/>
        </p:nvSpPr>
        <p:spPr>
          <a:xfrm>
            <a:off x="5589703" y="1040805"/>
            <a:ext cx="1071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600" dirty="0">
                <a:solidFill>
                  <a:srgbClr val="FF0000"/>
                </a:solidFill>
              </a:rPr>
              <a:t>Label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328989E-2C2E-C95D-A3C8-0F9CCBC8ED72}"/>
              </a:ext>
            </a:extLst>
          </p:cNvPr>
          <p:cNvSpPr txBox="1"/>
          <p:nvPr/>
        </p:nvSpPr>
        <p:spPr>
          <a:xfrm>
            <a:off x="8142288" y="1874479"/>
            <a:ext cx="1071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600" dirty="0">
                <a:solidFill>
                  <a:srgbClr val="FF0000"/>
                </a:solidFill>
              </a:rPr>
              <a:t>Minor tick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85C9807-21FC-4C98-AE10-1904497D236C}"/>
              </a:ext>
            </a:extLst>
          </p:cNvPr>
          <p:cNvSpPr txBox="1"/>
          <p:nvPr/>
        </p:nvSpPr>
        <p:spPr>
          <a:xfrm>
            <a:off x="8033879" y="4243634"/>
            <a:ext cx="1071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600" dirty="0">
                <a:solidFill>
                  <a:srgbClr val="FF0000"/>
                </a:solidFill>
              </a:rPr>
              <a:t>Color bands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C824997C-A42E-5486-35FE-4ABB7E8743E6}"/>
              </a:ext>
            </a:extLst>
          </p:cNvPr>
          <p:cNvCxnSpPr>
            <a:cxnSpLocks/>
          </p:cNvCxnSpPr>
          <p:nvPr/>
        </p:nvCxnSpPr>
        <p:spPr>
          <a:xfrm flipH="1">
            <a:off x="5871342" y="1353679"/>
            <a:ext cx="254209" cy="83170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5198F88F-9CBA-64AC-E38B-87F07E354974}"/>
              </a:ext>
            </a:extLst>
          </p:cNvPr>
          <p:cNvCxnSpPr>
            <a:cxnSpLocks/>
          </p:cNvCxnSpPr>
          <p:nvPr/>
        </p:nvCxnSpPr>
        <p:spPr>
          <a:xfrm flipH="1">
            <a:off x="7294942" y="2185384"/>
            <a:ext cx="985204" cy="42898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C3E783F5-6CC9-CAC5-E164-6E81EC395F8D}"/>
              </a:ext>
            </a:extLst>
          </p:cNvPr>
          <p:cNvCxnSpPr>
            <a:cxnSpLocks/>
          </p:cNvCxnSpPr>
          <p:nvPr/>
        </p:nvCxnSpPr>
        <p:spPr>
          <a:xfrm flipH="1">
            <a:off x="7294942" y="4520058"/>
            <a:ext cx="927474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CFB5E617-776C-FCC2-606B-10D8ADEDBCC5}"/>
              </a:ext>
            </a:extLst>
          </p:cNvPr>
          <p:cNvCxnSpPr>
            <a:cxnSpLocks/>
          </p:cNvCxnSpPr>
          <p:nvPr/>
        </p:nvCxnSpPr>
        <p:spPr>
          <a:xfrm flipH="1" flipV="1">
            <a:off x="7491010" y="3824158"/>
            <a:ext cx="731406" cy="6959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D1C99C2E-415C-5034-6F0F-12796D869B83}"/>
              </a:ext>
            </a:extLst>
          </p:cNvPr>
          <p:cNvCxnSpPr>
            <a:cxnSpLocks/>
          </p:cNvCxnSpPr>
          <p:nvPr/>
        </p:nvCxnSpPr>
        <p:spPr>
          <a:xfrm flipH="1">
            <a:off x="7079980" y="1687637"/>
            <a:ext cx="274887" cy="71223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D5F43E15-3B8D-15E0-2A2B-EA7FE255B608}"/>
              </a:ext>
            </a:extLst>
          </p:cNvPr>
          <p:cNvSpPr txBox="1"/>
          <p:nvPr/>
        </p:nvSpPr>
        <p:spPr>
          <a:xfrm>
            <a:off x="6819019" y="1353679"/>
            <a:ext cx="1071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600" dirty="0">
                <a:solidFill>
                  <a:srgbClr val="FF0000"/>
                </a:solidFill>
              </a:rPr>
              <a:t>Major tick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EA9D46A2-9370-BD81-E578-32BE1259603E}"/>
              </a:ext>
            </a:extLst>
          </p:cNvPr>
          <p:cNvSpPr txBox="1"/>
          <p:nvPr/>
        </p:nvSpPr>
        <p:spPr>
          <a:xfrm>
            <a:off x="2885150" y="4791239"/>
            <a:ext cx="1071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600" dirty="0">
                <a:solidFill>
                  <a:srgbClr val="FF0000"/>
                </a:solidFill>
              </a:rPr>
              <a:t>Text display</a:t>
            </a:r>
          </a:p>
        </p:txBody>
      </p: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EF9B612C-572D-F434-2446-B329B815F3CA}"/>
              </a:ext>
            </a:extLst>
          </p:cNvPr>
          <p:cNvCxnSpPr>
            <a:cxnSpLocks/>
          </p:cNvCxnSpPr>
          <p:nvPr/>
        </p:nvCxnSpPr>
        <p:spPr>
          <a:xfrm flipV="1">
            <a:off x="3806823" y="5068238"/>
            <a:ext cx="1271195" cy="1453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448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C2CD7-1BBA-1618-0136-0F5B600A8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6114C9D-A096-43A2-06F5-629900CA3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077" y="1123628"/>
            <a:ext cx="2657846" cy="4610743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1201A9C2-B173-C1F5-D326-B833EB854A53}"/>
              </a:ext>
            </a:extLst>
          </p:cNvPr>
          <p:cNvSpPr txBox="1"/>
          <p:nvPr/>
        </p:nvSpPr>
        <p:spPr>
          <a:xfrm>
            <a:off x="3217500" y="3190113"/>
            <a:ext cx="1071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600" dirty="0">
                <a:solidFill>
                  <a:srgbClr val="FF0000"/>
                </a:solidFill>
              </a:rPr>
              <a:t>Zero Point</a:t>
            </a: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D284FD48-2DCC-1B80-DBB8-A5F01B1E014F}"/>
              </a:ext>
            </a:extLst>
          </p:cNvPr>
          <p:cNvCxnSpPr>
            <a:cxnSpLocks/>
          </p:cNvCxnSpPr>
          <p:nvPr/>
        </p:nvCxnSpPr>
        <p:spPr>
          <a:xfrm>
            <a:off x="4289196" y="3359390"/>
            <a:ext cx="650449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56D1C98B-034F-0DA6-E2DC-F98435B642F0}"/>
              </a:ext>
            </a:extLst>
          </p:cNvPr>
          <p:cNvSpPr txBox="1"/>
          <p:nvPr/>
        </p:nvSpPr>
        <p:spPr>
          <a:xfrm>
            <a:off x="7316687" y="1739913"/>
            <a:ext cx="1071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600" dirty="0">
                <a:solidFill>
                  <a:srgbClr val="FF0000"/>
                </a:solidFill>
              </a:rPr>
              <a:t>Label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FA9A950-2701-BC36-0239-07F8A51BF9A1}"/>
              </a:ext>
            </a:extLst>
          </p:cNvPr>
          <p:cNvSpPr txBox="1"/>
          <p:nvPr/>
        </p:nvSpPr>
        <p:spPr>
          <a:xfrm>
            <a:off x="3467705" y="2016107"/>
            <a:ext cx="1071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600" dirty="0">
                <a:solidFill>
                  <a:srgbClr val="FF0000"/>
                </a:solidFill>
              </a:rPr>
              <a:t>Minor tick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610DDC3-AB08-00E9-D251-F3F291169751}"/>
              </a:ext>
            </a:extLst>
          </p:cNvPr>
          <p:cNvSpPr txBox="1"/>
          <p:nvPr/>
        </p:nvSpPr>
        <p:spPr>
          <a:xfrm>
            <a:off x="6605441" y="4875230"/>
            <a:ext cx="1071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600" dirty="0">
                <a:solidFill>
                  <a:srgbClr val="FF0000"/>
                </a:solidFill>
              </a:rPr>
              <a:t>Color bands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F59E1A45-E391-F5EF-8E84-3FC16C325329}"/>
              </a:ext>
            </a:extLst>
          </p:cNvPr>
          <p:cNvCxnSpPr>
            <a:cxnSpLocks/>
          </p:cNvCxnSpPr>
          <p:nvPr/>
        </p:nvCxnSpPr>
        <p:spPr>
          <a:xfrm flipH="1">
            <a:off x="6546792" y="1901360"/>
            <a:ext cx="944218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57F6D3ED-4909-9C24-0665-F46D87A5D9B0}"/>
              </a:ext>
            </a:extLst>
          </p:cNvPr>
          <p:cNvCxnSpPr>
            <a:cxnSpLocks/>
          </p:cNvCxnSpPr>
          <p:nvPr/>
        </p:nvCxnSpPr>
        <p:spPr>
          <a:xfrm flipH="1">
            <a:off x="5866504" y="5151654"/>
            <a:ext cx="927474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1E92E46F-FEA3-B2C9-0077-93F777D80CDF}"/>
              </a:ext>
            </a:extLst>
          </p:cNvPr>
          <p:cNvCxnSpPr>
            <a:cxnSpLocks/>
          </p:cNvCxnSpPr>
          <p:nvPr/>
        </p:nvCxnSpPr>
        <p:spPr>
          <a:xfrm flipH="1" flipV="1">
            <a:off x="5888249" y="4956640"/>
            <a:ext cx="905729" cy="19501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069181EE-65FC-0482-9C35-2580C0C6861D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4529683" y="1909190"/>
            <a:ext cx="703100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2FB4FAB0-96EF-0095-CF4E-8CC1CF842C6C}"/>
              </a:ext>
            </a:extLst>
          </p:cNvPr>
          <p:cNvSpPr txBox="1"/>
          <p:nvPr/>
        </p:nvSpPr>
        <p:spPr>
          <a:xfrm>
            <a:off x="3457987" y="1739913"/>
            <a:ext cx="1071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600" dirty="0">
                <a:solidFill>
                  <a:srgbClr val="FF0000"/>
                </a:solidFill>
              </a:rPr>
              <a:t>Major tick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3A4CAA69-5535-C282-C658-F226534B4697}"/>
              </a:ext>
            </a:extLst>
          </p:cNvPr>
          <p:cNvCxnSpPr>
            <a:cxnSpLocks/>
          </p:cNvCxnSpPr>
          <p:nvPr/>
        </p:nvCxnSpPr>
        <p:spPr>
          <a:xfrm>
            <a:off x="4539401" y="2157735"/>
            <a:ext cx="966144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8BC35698-5B94-A50D-DA32-C5CDC02BC210}"/>
              </a:ext>
            </a:extLst>
          </p:cNvPr>
          <p:cNvSpPr txBox="1"/>
          <p:nvPr/>
        </p:nvSpPr>
        <p:spPr>
          <a:xfrm>
            <a:off x="6955162" y="2813447"/>
            <a:ext cx="1071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600" dirty="0">
                <a:solidFill>
                  <a:srgbClr val="FF0000"/>
                </a:solidFill>
              </a:rPr>
              <a:t>Pointer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F0ABC503-D31A-7206-02EB-9D464A9D2A41}"/>
              </a:ext>
            </a:extLst>
          </p:cNvPr>
          <p:cNvCxnSpPr>
            <a:cxnSpLocks/>
          </p:cNvCxnSpPr>
          <p:nvPr/>
        </p:nvCxnSpPr>
        <p:spPr>
          <a:xfrm flipH="1" flipV="1">
            <a:off x="5988011" y="2514262"/>
            <a:ext cx="1117561" cy="46846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15434A21-B981-5E6B-E40A-0AE26E2509F4}"/>
              </a:ext>
            </a:extLst>
          </p:cNvPr>
          <p:cNvSpPr txBox="1"/>
          <p:nvPr/>
        </p:nvSpPr>
        <p:spPr>
          <a:xfrm>
            <a:off x="3482627" y="2518472"/>
            <a:ext cx="1071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600" dirty="0">
                <a:solidFill>
                  <a:srgbClr val="FF0000"/>
                </a:solidFill>
              </a:rPr>
              <a:t>Fill color</a:t>
            </a:r>
          </a:p>
        </p:txBody>
      </p: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AE52B9E2-77AB-C90C-97CC-4E63A6AD6925}"/>
              </a:ext>
            </a:extLst>
          </p:cNvPr>
          <p:cNvCxnSpPr>
            <a:cxnSpLocks/>
            <a:stCxn id="28" idx="3"/>
          </p:cNvCxnSpPr>
          <p:nvPr/>
        </p:nvCxnSpPr>
        <p:spPr>
          <a:xfrm flipV="1">
            <a:off x="4554323" y="2685920"/>
            <a:ext cx="574747" cy="182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094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2890FDCE-DDC0-EE73-BE0F-A8CA6F475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625" y="323416"/>
            <a:ext cx="3943900" cy="6211167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E56CDCA-C272-9E43-FB8E-8E10472E4A76}"/>
              </a:ext>
            </a:extLst>
          </p:cNvPr>
          <p:cNvSpPr txBox="1"/>
          <p:nvPr/>
        </p:nvSpPr>
        <p:spPr>
          <a:xfrm>
            <a:off x="6094095" y="1087874"/>
            <a:ext cx="24765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>
                <a:solidFill>
                  <a:schemeClr val="accent1"/>
                </a:solidFill>
              </a:rPr>
              <a:t>Firmware hash</a:t>
            </a:r>
          </a:p>
          <a:p>
            <a:r>
              <a:rPr lang="en-CA" sz="1200" dirty="0">
                <a:solidFill>
                  <a:schemeClr val="accent1"/>
                </a:solidFill>
              </a:rPr>
              <a:t>Name set in the firmware</a:t>
            </a:r>
          </a:p>
          <a:p>
            <a:r>
              <a:rPr lang="en-CA" sz="1200" dirty="0">
                <a:solidFill>
                  <a:schemeClr val="accent1"/>
                </a:solidFill>
              </a:rPr>
              <a:t>Architecture pointer size</a:t>
            </a:r>
          </a:p>
          <a:p>
            <a:endParaRPr lang="en-CA" sz="1200" dirty="0">
              <a:solidFill>
                <a:schemeClr val="accent1"/>
              </a:solidFill>
            </a:endParaRPr>
          </a:p>
          <a:p>
            <a:endParaRPr lang="en-CA" sz="1200" dirty="0">
              <a:solidFill>
                <a:schemeClr val="accent1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011D599-9A3A-F687-8EA4-B93885670F10}"/>
              </a:ext>
            </a:extLst>
          </p:cNvPr>
          <p:cNvSpPr txBox="1"/>
          <p:nvPr/>
        </p:nvSpPr>
        <p:spPr>
          <a:xfrm>
            <a:off x="6094095" y="1873270"/>
            <a:ext cx="2476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>
                <a:solidFill>
                  <a:schemeClr val="accent1"/>
                </a:solidFill>
              </a:rPr>
              <a:t>Compile time features enabled</a:t>
            </a:r>
          </a:p>
          <a:p>
            <a:r>
              <a:rPr lang="en-CA" sz="1200" dirty="0">
                <a:solidFill>
                  <a:schemeClr val="accent1"/>
                </a:solidFill>
              </a:rPr>
              <a:t>(see instrumentation guide)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9DD11F5-82DA-8483-0F22-B159320289AA}"/>
              </a:ext>
            </a:extLst>
          </p:cNvPr>
          <p:cNvSpPr txBox="1"/>
          <p:nvPr/>
        </p:nvSpPr>
        <p:spPr>
          <a:xfrm>
            <a:off x="6096000" y="2450352"/>
            <a:ext cx="2476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>
                <a:solidFill>
                  <a:schemeClr val="accent1"/>
                </a:solidFill>
              </a:rPr>
              <a:t>Protected memory regions defined in the firmware (if any)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0D4C973-B6B0-EE80-7D26-212FFA778F2A}"/>
              </a:ext>
            </a:extLst>
          </p:cNvPr>
          <p:cNvSpPr txBox="1"/>
          <p:nvPr/>
        </p:nvSpPr>
        <p:spPr>
          <a:xfrm>
            <a:off x="6094095" y="3638824"/>
            <a:ext cx="2476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>
                <a:solidFill>
                  <a:schemeClr val="accent1"/>
                </a:solidFill>
              </a:rPr>
              <a:t>Communication parameters set in the firmware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46356CB-7CC4-4EDD-D4DA-20A325C32156}"/>
              </a:ext>
            </a:extLst>
          </p:cNvPr>
          <p:cNvSpPr txBox="1"/>
          <p:nvPr/>
        </p:nvSpPr>
        <p:spPr>
          <a:xfrm>
            <a:off x="6094095" y="4271494"/>
            <a:ext cx="1849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>
                <a:solidFill>
                  <a:schemeClr val="accent1"/>
                </a:solidFill>
              </a:rPr>
              <a:t>Firmware timeouts (compile-time constants)</a:t>
            </a: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7177C276-5E60-8E78-FA9D-B811F5BFAB0C}"/>
              </a:ext>
            </a:extLst>
          </p:cNvPr>
          <p:cNvCxnSpPr>
            <a:cxnSpLocks/>
          </p:cNvCxnSpPr>
          <p:nvPr/>
        </p:nvCxnSpPr>
        <p:spPr>
          <a:xfrm flipH="1">
            <a:off x="4063365" y="1411797"/>
            <a:ext cx="2038350" cy="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7FB4CA50-DB36-2173-12A5-7888C7E37B98}"/>
              </a:ext>
            </a:extLst>
          </p:cNvPr>
          <p:cNvCxnSpPr>
            <a:cxnSpLocks/>
          </p:cNvCxnSpPr>
          <p:nvPr/>
        </p:nvCxnSpPr>
        <p:spPr>
          <a:xfrm flipH="1" flipV="1">
            <a:off x="3695700" y="1596230"/>
            <a:ext cx="2400300" cy="12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BE2097CB-D9A0-16B8-96BD-E5788A1FF56B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4505325" y="2104103"/>
            <a:ext cx="1588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AE6CA849-F084-3602-1721-E6A1F4FFF261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3695700" y="2681185"/>
            <a:ext cx="2400300" cy="3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E7581825-A114-38CC-3E99-F925C778E91B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3595825" y="4502327"/>
            <a:ext cx="2498270" cy="3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F311C648-2FB6-C158-74F8-B829060F2077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3595825" y="3869657"/>
            <a:ext cx="24982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8C243B74-CB26-BDF5-522D-0B0FE2AFB7C3}"/>
              </a:ext>
            </a:extLst>
          </p:cNvPr>
          <p:cNvCxnSpPr>
            <a:cxnSpLocks/>
          </p:cNvCxnSpPr>
          <p:nvPr/>
        </p:nvCxnSpPr>
        <p:spPr>
          <a:xfrm flipH="1">
            <a:off x="5133975" y="1221196"/>
            <a:ext cx="960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ZoneTexte 63">
            <a:extLst>
              <a:ext uri="{FF2B5EF4-FFF2-40B4-BE49-F238E27FC236}">
                <a16:creationId xmlns:a16="http://schemas.microsoft.com/office/drawing/2014/main" id="{2A09E000-BB1B-3F92-D836-75373343838D}"/>
              </a:ext>
            </a:extLst>
          </p:cNvPr>
          <p:cNvSpPr txBox="1"/>
          <p:nvPr/>
        </p:nvSpPr>
        <p:spPr>
          <a:xfrm>
            <a:off x="6094094" y="5604177"/>
            <a:ext cx="18497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>
                <a:solidFill>
                  <a:schemeClr val="accent1"/>
                </a:solidFill>
              </a:rPr>
              <a:t>Datalogging configuration</a:t>
            </a:r>
          </a:p>
        </p:txBody>
      </p:sp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F5654439-1D05-A4D6-F8B9-86C00757BC82}"/>
              </a:ext>
            </a:extLst>
          </p:cNvPr>
          <p:cNvCxnSpPr>
            <a:cxnSpLocks/>
          </p:cNvCxnSpPr>
          <p:nvPr/>
        </p:nvCxnSpPr>
        <p:spPr>
          <a:xfrm flipH="1">
            <a:off x="3457575" y="5776135"/>
            <a:ext cx="2498270" cy="3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479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2C3753BE-E7E8-0AE1-BB45-95966A2A30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082" y="480686"/>
            <a:ext cx="6735115" cy="467742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2DA519D9-BA4C-84D0-9FA5-B86E62127C36}"/>
              </a:ext>
            </a:extLst>
          </p:cNvPr>
          <p:cNvSpPr txBox="1"/>
          <p:nvPr/>
        </p:nvSpPr>
        <p:spPr>
          <a:xfrm>
            <a:off x="4210050" y="1238250"/>
            <a:ext cx="1028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>
                <a:solidFill>
                  <a:schemeClr val="accent1"/>
                </a:solidFill>
              </a:rPr>
              <a:t>Pointed Var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160644AB-2972-09EE-F04D-28D16357C6AE}"/>
              </a:ext>
            </a:extLst>
          </p:cNvPr>
          <p:cNvCxnSpPr>
            <a:stCxn id="6" idx="1"/>
          </p:cNvCxnSpPr>
          <p:nvPr/>
        </p:nvCxnSpPr>
        <p:spPr>
          <a:xfrm flipH="1">
            <a:off x="2838450" y="1392139"/>
            <a:ext cx="1371600" cy="84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FE36A922-4276-3B0B-F0BA-71A8E1C2507D}"/>
              </a:ext>
            </a:extLst>
          </p:cNvPr>
          <p:cNvSpPr txBox="1"/>
          <p:nvPr/>
        </p:nvSpPr>
        <p:spPr>
          <a:xfrm>
            <a:off x="4713327" y="1566565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>
                <a:solidFill>
                  <a:schemeClr val="accent1"/>
                </a:solidFill>
              </a:rPr>
              <a:t>Pointer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55D8DAA8-24EE-3BE1-023A-2238074FF4B7}"/>
              </a:ext>
            </a:extLst>
          </p:cNvPr>
          <p:cNvCxnSpPr>
            <a:cxnSpLocks/>
          </p:cNvCxnSpPr>
          <p:nvPr/>
        </p:nvCxnSpPr>
        <p:spPr>
          <a:xfrm flipH="1">
            <a:off x="3971925" y="1804690"/>
            <a:ext cx="741402" cy="1100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62821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185E5E0-41F8-AF47-E5A2-EABE730AF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50" y="990259"/>
            <a:ext cx="10383699" cy="487748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F13000C-02BF-97DB-10E2-57A5DEF9A76F}"/>
              </a:ext>
            </a:extLst>
          </p:cNvPr>
          <p:cNvSpPr txBox="1"/>
          <p:nvPr/>
        </p:nvSpPr>
        <p:spPr>
          <a:xfrm>
            <a:off x="6886575" y="990259"/>
            <a:ext cx="731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>
                <a:solidFill>
                  <a:schemeClr val="accent1"/>
                </a:solidFill>
              </a:rPr>
              <a:t>Toolbar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9E11284-BE80-2DBC-160B-4C78782435A4}"/>
              </a:ext>
            </a:extLst>
          </p:cNvPr>
          <p:cNvSpPr txBox="1"/>
          <p:nvPr/>
        </p:nvSpPr>
        <p:spPr>
          <a:xfrm>
            <a:off x="2756048" y="1033122"/>
            <a:ext cx="5414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>
                <a:solidFill>
                  <a:schemeClr val="accent1"/>
                </a:solidFill>
              </a:rPr>
              <a:t>Stats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F70261C9-7217-F1A9-3A3A-EA5B89D47597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5619750" y="1144148"/>
            <a:ext cx="1266825" cy="341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60A4FAAD-4BCE-922B-239C-1D123219071A}"/>
              </a:ext>
            </a:extLst>
          </p:cNvPr>
          <p:cNvCxnSpPr>
            <a:cxnSpLocks/>
          </p:cNvCxnSpPr>
          <p:nvPr/>
        </p:nvCxnSpPr>
        <p:spPr>
          <a:xfrm flipH="1">
            <a:off x="2381250" y="1298036"/>
            <a:ext cx="374798" cy="368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4626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9D358124-D6B5-D1AA-7A45-948571992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47" y="461777"/>
            <a:ext cx="3258005" cy="265784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848044F-07ED-9138-7BB3-1AF7246ECC0F}"/>
              </a:ext>
            </a:extLst>
          </p:cNvPr>
          <p:cNvSpPr txBox="1"/>
          <p:nvPr/>
        </p:nvSpPr>
        <p:spPr>
          <a:xfrm>
            <a:off x="4646295" y="1950392"/>
            <a:ext cx="1525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>
                <a:solidFill>
                  <a:schemeClr val="accent1"/>
                </a:solidFill>
              </a:rPr>
              <a:t>Moving window size</a:t>
            </a:r>
            <a:br>
              <a:rPr lang="en-CA" sz="1200" dirty="0">
                <a:solidFill>
                  <a:schemeClr val="accent1"/>
                </a:solidFill>
              </a:rPr>
            </a:br>
            <a:r>
              <a:rPr lang="en-CA" sz="1200" dirty="0">
                <a:solidFill>
                  <a:schemeClr val="accent1"/>
                </a:solidFill>
              </a:rPr>
              <a:t>(GUI Limit)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5F517BDC-5D6B-1866-7F7A-171040827619}"/>
              </a:ext>
            </a:extLst>
          </p:cNvPr>
          <p:cNvCxnSpPr>
            <a:cxnSpLocks/>
          </p:cNvCxnSpPr>
          <p:nvPr/>
        </p:nvCxnSpPr>
        <p:spPr>
          <a:xfrm flipH="1">
            <a:off x="3324225" y="2181225"/>
            <a:ext cx="11525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F1BBD6F7-0CFC-F71F-BC4D-0526D0BB0B88}"/>
              </a:ext>
            </a:extLst>
          </p:cNvPr>
          <p:cNvSpPr txBox="1"/>
          <p:nvPr/>
        </p:nvSpPr>
        <p:spPr>
          <a:xfrm>
            <a:off x="4646295" y="1112192"/>
            <a:ext cx="15259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>
                <a:solidFill>
                  <a:schemeClr val="accent1"/>
                </a:solidFill>
              </a:rPr>
              <a:t>MyGraph_0000.csv</a:t>
            </a:r>
          </a:p>
          <a:p>
            <a:r>
              <a:rPr lang="en-CA" sz="1200" dirty="0">
                <a:solidFill>
                  <a:schemeClr val="accent1"/>
                </a:solidFill>
              </a:rPr>
              <a:t>MyGraph_0001.csv</a:t>
            </a:r>
            <a:br>
              <a:rPr lang="en-CA" sz="1200" dirty="0">
                <a:solidFill>
                  <a:schemeClr val="accent1"/>
                </a:solidFill>
              </a:rPr>
            </a:br>
            <a:r>
              <a:rPr lang="en-CA" sz="1200" dirty="0">
                <a:solidFill>
                  <a:schemeClr val="accent1"/>
                </a:solidFill>
              </a:rPr>
              <a:t>…</a:t>
            </a:r>
          </a:p>
          <a:p>
            <a:endParaRPr lang="en-CA" sz="1200" dirty="0">
              <a:solidFill>
                <a:schemeClr val="accent1"/>
              </a:solidFill>
            </a:endParaRP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1CAEB01B-3C80-FA69-0BBF-F94E9D6F9931}"/>
              </a:ext>
            </a:extLst>
          </p:cNvPr>
          <p:cNvCxnSpPr>
            <a:cxnSpLocks/>
          </p:cNvCxnSpPr>
          <p:nvPr/>
        </p:nvCxnSpPr>
        <p:spPr>
          <a:xfrm flipH="1">
            <a:off x="3324225" y="1352549"/>
            <a:ext cx="11525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089DA399-8D32-6739-57E1-CC5D8D88E5DC}"/>
              </a:ext>
            </a:extLst>
          </p:cNvPr>
          <p:cNvGrpSpPr/>
          <p:nvPr/>
        </p:nvGrpSpPr>
        <p:grpSpPr>
          <a:xfrm>
            <a:off x="4400131" y="3781425"/>
            <a:ext cx="6001588" cy="2567199"/>
            <a:chOff x="4400131" y="3781425"/>
            <a:chExt cx="6001588" cy="2567199"/>
          </a:xfrm>
        </p:grpSpPr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C22ECDFB-BE0D-E755-1A99-8C10AB66A4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5522"/>
            <a:stretch>
              <a:fillRect/>
            </a:stretch>
          </p:blipFill>
          <p:spPr>
            <a:xfrm>
              <a:off x="4400131" y="3781425"/>
              <a:ext cx="6001588" cy="2567199"/>
            </a:xfrm>
            <a:prstGeom prst="rect">
              <a:avLst/>
            </a:prstGeom>
          </p:spPr>
        </p:pic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A791B99C-0AA8-04EE-079A-73DFBFCF299B}"/>
                </a:ext>
              </a:extLst>
            </p:cNvPr>
            <p:cNvSpPr/>
            <p:nvPr/>
          </p:nvSpPr>
          <p:spPr>
            <a:xfrm rot="19987058">
              <a:off x="9528978" y="3880858"/>
              <a:ext cx="238125" cy="92751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18B7490E-74E6-3560-6ECC-1CA0E42F7B80}"/>
                </a:ext>
              </a:extLst>
            </p:cNvPr>
            <p:cNvSpPr/>
            <p:nvPr/>
          </p:nvSpPr>
          <p:spPr>
            <a:xfrm rot="19987058">
              <a:off x="9528979" y="4649122"/>
              <a:ext cx="238125" cy="92751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2098059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D727D62-621F-024F-FF0C-EF455A62A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08" y="1154297"/>
            <a:ext cx="6620799" cy="415348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61A756C-3B4A-C495-8CCF-1B63BFB16BEB}"/>
              </a:ext>
            </a:extLst>
          </p:cNvPr>
          <p:cNvSpPr txBox="1"/>
          <p:nvPr/>
        </p:nvSpPr>
        <p:spPr>
          <a:xfrm>
            <a:off x="4711424" y="1576096"/>
            <a:ext cx="1793072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b="1" dirty="0"/>
              <a:t>Upload</a:t>
            </a:r>
            <a:r>
              <a:rPr lang="en-CA" sz="1400" dirty="0"/>
              <a:t>: GUI </a:t>
            </a:r>
            <a:r>
              <a:rPr lang="en-CA" sz="1400" dirty="0">
                <a:sym typeface="Wingdings" panose="05000000000000000000" pitchFamily="2" charset="2"/>
              </a:rPr>
              <a:t> Server</a:t>
            </a:r>
            <a:endParaRPr lang="en-CA" sz="14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0C6FFA1-8D56-8CCE-220C-E4742B167899}"/>
              </a:ext>
            </a:extLst>
          </p:cNvPr>
          <p:cNvSpPr txBox="1"/>
          <p:nvPr/>
        </p:nvSpPr>
        <p:spPr>
          <a:xfrm>
            <a:off x="1595510" y="1576096"/>
            <a:ext cx="2339827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b="1" dirty="0"/>
              <a:t>Download</a:t>
            </a:r>
            <a:r>
              <a:rPr lang="en-CA" sz="1400" dirty="0"/>
              <a:t>: Server </a:t>
            </a:r>
            <a:r>
              <a:rPr lang="en-CA" sz="1400" dirty="0">
                <a:sym typeface="Wingdings" panose="05000000000000000000" pitchFamily="2" charset="2"/>
              </a:rPr>
              <a:t> </a:t>
            </a:r>
            <a:r>
              <a:rPr lang="en-CA" sz="1400" dirty="0"/>
              <a:t>GUI </a:t>
            </a:r>
          </a:p>
        </p:txBody>
      </p:sp>
      <p:cxnSp>
        <p:nvCxnSpPr>
          <p:cNvPr id="20" name="Connecteur : en angle 19">
            <a:extLst>
              <a:ext uri="{FF2B5EF4-FFF2-40B4-BE49-F238E27FC236}">
                <a16:creationId xmlns:a16="http://schemas.microsoft.com/office/drawing/2014/main" id="{497E35AA-28DD-75B5-3EFC-D6E8A5B37DB7}"/>
              </a:ext>
            </a:extLst>
          </p:cNvPr>
          <p:cNvCxnSpPr>
            <a:cxnSpLocks/>
          </p:cNvCxnSpPr>
          <p:nvPr/>
        </p:nvCxnSpPr>
        <p:spPr>
          <a:xfrm>
            <a:off x="2752627" y="1883873"/>
            <a:ext cx="1791093" cy="1764300"/>
          </a:xfrm>
          <a:prstGeom prst="bentConnector3">
            <a:avLst>
              <a:gd name="adj1" fmla="val 0"/>
            </a:avLst>
          </a:prstGeom>
          <a:ln w="76200">
            <a:solidFill>
              <a:srgbClr val="ED7D31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4" name="Connecteur : en angle 23">
            <a:extLst>
              <a:ext uri="{FF2B5EF4-FFF2-40B4-BE49-F238E27FC236}">
                <a16:creationId xmlns:a16="http://schemas.microsoft.com/office/drawing/2014/main" id="{978318CB-59A2-86F8-E6DA-CE26FFAA9857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6504496" y="1728788"/>
            <a:ext cx="610679" cy="1197"/>
          </a:xfrm>
          <a:prstGeom prst="bentConnector3">
            <a:avLst>
              <a:gd name="adj1" fmla="val 50000"/>
            </a:avLst>
          </a:prstGeom>
          <a:ln w="76200">
            <a:solidFill>
              <a:srgbClr val="ED7D31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81665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42687</TotalTime>
  <Words>230</Words>
  <Application>Microsoft Office PowerPoint</Application>
  <PresentationFormat>Grand écran</PresentationFormat>
  <Paragraphs>100</Paragraphs>
  <Slides>20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13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20</vt:i4>
      </vt:variant>
    </vt:vector>
  </HeadingPairs>
  <TitlesOfParts>
    <vt:vector size="35" baseType="lpstr">
      <vt:lpstr>Aharoni</vt:lpstr>
      <vt:lpstr>Aptos</vt:lpstr>
      <vt:lpstr>Aptos Display</vt:lpstr>
      <vt:lpstr>Arial</vt:lpstr>
      <vt:lpstr>Calibri</vt:lpstr>
      <vt:lpstr>Calibri Light</vt:lpstr>
      <vt:lpstr>Cambria Math</vt:lpstr>
      <vt:lpstr>Colonna MT</vt:lpstr>
      <vt:lpstr>Courier New</vt:lpstr>
      <vt:lpstr>DejaVu Sans</vt:lpstr>
      <vt:lpstr>Segoe UI</vt:lpstr>
      <vt:lpstr>Source Sans Pro Black</vt:lpstr>
      <vt:lpstr>Wingdings</vt:lpstr>
      <vt:lpstr>Thème Office</vt:lpstr>
      <vt:lpstr>1_Thème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Pier-Yves Lessard</dc:creator>
  <cp:lastModifiedBy>Pier-Yves Lessard</cp:lastModifiedBy>
  <cp:revision>87</cp:revision>
  <dcterms:created xsi:type="dcterms:W3CDTF">2025-01-18T08:02:18Z</dcterms:created>
  <dcterms:modified xsi:type="dcterms:W3CDTF">2026-10-15T01:52:56Z</dcterms:modified>
</cp:coreProperties>
</file>
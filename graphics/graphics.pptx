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9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  <p:sldId id="266" r:id="rId11"/>
    <p:sldId id="274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01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A5A5"/>
    <a:srgbClr val="FFFFFF"/>
    <a:srgbClr val="CE2E28"/>
    <a:srgbClr val="E0E000"/>
    <a:srgbClr val="63A11F"/>
    <a:srgbClr val="64310F"/>
    <a:srgbClr val="434343"/>
    <a:srgbClr val="FF0000"/>
    <a:srgbClr val="ED7D31"/>
    <a:srgbClr val="3B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938" y="1320"/>
      </p:cViewPr>
      <p:guideLst>
        <p:guide orient="horz" pos="2001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5492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3615447" y="296302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6963331" y="296302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267563" y="296302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F91379BB-3CF4-CFBE-9317-534D9B5B9F70}"/>
              </a:ext>
            </a:extLst>
          </p:cNvPr>
          <p:cNvSpPr/>
          <p:nvPr/>
        </p:nvSpPr>
        <p:spPr>
          <a:xfrm>
            <a:off x="267563" y="3672192"/>
            <a:ext cx="2589530" cy="2637534"/>
          </a:xfrm>
          <a:prstGeom prst="roundRect">
            <a:avLst/>
          </a:prstGeom>
          <a:solidFill>
            <a:srgbClr val="C6A0FE"/>
          </a:solidFill>
          <a:ln w="136525">
            <a:solidFill>
              <a:srgbClr val="7030A0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0000" dirty="0">
                <a:ln w="114300">
                  <a:solidFill>
                    <a:srgbClr val="7030A0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681F7E5-A3DB-1479-3EEA-0D1191E58396}"/>
              </a:ext>
            </a:extLst>
          </p:cNvPr>
          <p:cNvSpPr/>
          <p:nvPr/>
        </p:nvSpPr>
        <p:spPr>
          <a:xfrm>
            <a:off x="3104228" y="2978498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lang="fr-CA" sz="1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  </a:t>
            </a:r>
            <a:r>
              <a:rPr lang="fr-CA" sz="22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?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C5B4C247-3847-3F10-A4F8-C80227234CDC}"/>
              </a:ext>
            </a:extLst>
          </p:cNvPr>
          <p:cNvGrpSpPr/>
          <p:nvPr/>
        </p:nvGrpSpPr>
        <p:grpSpPr>
          <a:xfrm>
            <a:off x="9006834" y="200778"/>
            <a:ext cx="2777720" cy="2777720"/>
            <a:chOff x="8997309" y="200778"/>
            <a:chExt cx="2777720" cy="2777720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8997309" y="200778"/>
              <a:ext cx="2777720" cy="2777720"/>
              <a:chOff x="3383431" y="2921592"/>
              <a:chExt cx="2424516" cy="2424516"/>
            </a:xfrm>
            <a:solidFill>
              <a:srgbClr val="FFFF00"/>
            </a:solidFill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92735" y="3516277"/>
                <a:ext cx="400327" cy="1427704"/>
              </a:xfrm>
              <a:prstGeom prst="rect">
                <a:avLst/>
              </a:prstGeom>
              <a:noFill/>
              <a:ln w="571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EB5F34E0-1237-910E-8D3A-42F7430DF70E}"/>
                </a:ext>
              </a:extLst>
            </p:cNvPr>
            <p:cNvSpPr/>
            <p:nvPr/>
          </p:nvSpPr>
          <p:spPr>
            <a:xfrm>
              <a:off x="10188300" y="882097"/>
              <a:ext cx="389344" cy="1635692"/>
            </a:xfrm>
            <a:prstGeom prst="roundRect">
              <a:avLst>
                <a:gd name="adj" fmla="val 0"/>
              </a:avLst>
            </a:prstGeom>
            <a:solidFill>
              <a:srgbClr val="FFFF00"/>
            </a:solidFill>
            <a:ln w="139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3DDBB0D9-9C0C-713F-1CFF-2BA2919449C4}"/>
                </a:ext>
              </a:extLst>
            </p:cNvPr>
            <p:cNvSpPr/>
            <p:nvPr/>
          </p:nvSpPr>
          <p:spPr>
            <a:xfrm>
              <a:off x="10261986" y="2145249"/>
              <a:ext cx="248366" cy="248445"/>
            </a:xfrm>
            <a:prstGeom prst="roundRect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 : avec coins rognés en haut 10">
              <a:extLst>
                <a:ext uri="{FF2B5EF4-FFF2-40B4-BE49-F238E27FC236}">
                  <a16:creationId xmlns:a16="http://schemas.microsoft.com/office/drawing/2014/main" id="{33945E3D-D3B3-9AEE-DFD7-22DAE87AD36F}"/>
                </a:ext>
              </a:extLst>
            </p:cNvPr>
            <p:cNvSpPr/>
            <p:nvPr/>
          </p:nvSpPr>
          <p:spPr>
            <a:xfrm rot="10800000">
              <a:off x="10261986" y="954073"/>
              <a:ext cx="248366" cy="992616"/>
            </a:xfrm>
            <a:prstGeom prst="snip2SameRect">
              <a:avLst>
                <a:gd name="adj1" fmla="val 24126"/>
                <a:gd name="adj2" fmla="val 12622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8468316" y="3627785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8325590" y="147308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42F0415-6B16-44E4-A2FE-68D14232AF45}"/>
              </a:ext>
            </a:extLst>
          </p:cNvPr>
          <p:cNvGrpSpPr/>
          <p:nvPr/>
        </p:nvGrpSpPr>
        <p:grpSpPr>
          <a:xfrm>
            <a:off x="4623579" y="3534630"/>
            <a:ext cx="3222928" cy="3203558"/>
            <a:chOff x="3666018" y="3558928"/>
            <a:chExt cx="3222928" cy="3203558"/>
          </a:xfrm>
        </p:grpSpPr>
        <p:sp>
          <p:nvSpPr>
            <p:cNvPr id="90" name="Flèche : droite 89">
              <a:extLst>
                <a:ext uri="{FF2B5EF4-FFF2-40B4-BE49-F238E27FC236}">
                  <a16:creationId xmlns:a16="http://schemas.microsoft.com/office/drawing/2014/main" id="{3280F910-11E7-9521-8473-2B65F602B8B6}"/>
                </a:ext>
              </a:extLst>
            </p:cNvPr>
            <p:cNvSpPr/>
            <p:nvPr/>
          </p:nvSpPr>
          <p:spPr>
            <a:xfrm rot="16200000">
              <a:off x="3058440" y="4166506"/>
              <a:ext cx="2640937" cy="1425781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87" name="Flèche : droite 86">
              <a:extLst>
                <a:ext uri="{FF2B5EF4-FFF2-40B4-BE49-F238E27FC236}">
                  <a16:creationId xmlns:a16="http://schemas.microsoft.com/office/drawing/2014/main" id="{5BF98113-4FDD-F5BF-8BD8-51AA056BEF38}"/>
                </a:ext>
              </a:extLst>
            </p:cNvPr>
            <p:cNvSpPr/>
            <p:nvPr/>
          </p:nvSpPr>
          <p:spPr>
            <a:xfrm>
              <a:off x="4021994" y="5454358"/>
              <a:ext cx="2866952" cy="1308128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984F371-DFAA-E2D9-6772-D32AB5A0585F}"/>
              </a:ext>
            </a:extLst>
          </p:cNvPr>
          <p:cNvGrpSpPr/>
          <p:nvPr/>
        </p:nvGrpSpPr>
        <p:grpSpPr>
          <a:xfrm>
            <a:off x="3795554" y="34809"/>
            <a:ext cx="3239290" cy="3394190"/>
            <a:chOff x="236002" y="1"/>
            <a:chExt cx="3427047" cy="3590925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49E1C48-047B-3AE2-8266-EAEA136B8B15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90E8F38-CA66-CC40-89D6-BCFD36D9C211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999E6545-D13D-9BBA-37A2-3F18C32A3B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C9E24DE9-04FF-C925-2A61-5DADAB029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0A98914-8736-BB5A-5402-A7155B0F49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E1B79E6D-01EE-E653-9546-DE5ACB3507B6}"/>
                </a:ext>
              </a:extLst>
            </p:cNvPr>
            <p:cNvGrpSpPr/>
            <p:nvPr/>
          </p:nvGrpSpPr>
          <p:grpSpPr>
            <a:xfrm>
              <a:off x="542969" y="1"/>
              <a:ext cx="1006683" cy="3590925"/>
              <a:chOff x="542969" y="1"/>
              <a:chExt cx="1006683" cy="3590925"/>
            </a:xfrm>
          </p:grpSpPr>
          <p:sp>
            <p:nvSpPr>
              <p:cNvPr id="23" name="Rectangle : coins arrondis 22">
                <a:extLst>
                  <a:ext uri="{FF2B5EF4-FFF2-40B4-BE49-F238E27FC236}">
                    <a16:creationId xmlns:a16="http://schemas.microsoft.com/office/drawing/2014/main" id="{7BEDDFD3-9CE6-541C-6BF9-CC37A6D10BC0}"/>
                  </a:ext>
                </a:extLst>
              </p:cNvPr>
              <p:cNvSpPr/>
              <p:nvPr/>
            </p:nvSpPr>
            <p:spPr>
              <a:xfrm>
                <a:off x="882495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4" name="Triangle isocèle 23">
                <a:extLst>
                  <a:ext uri="{FF2B5EF4-FFF2-40B4-BE49-F238E27FC236}">
                    <a16:creationId xmlns:a16="http://schemas.microsoft.com/office/drawing/2014/main" id="{81A5E0D0-B9C1-1A22-A90D-87547A3DADD3}"/>
                  </a:ext>
                </a:extLst>
              </p:cNvPr>
              <p:cNvSpPr/>
              <p:nvPr/>
            </p:nvSpPr>
            <p:spPr>
              <a:xfrm rot="10800000">
                <a:off x="542973" y="1"/>
                <a:ext cx="1006679" cy="867828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5" name="Triangle isocèle 24">
                <a:extLst>
                  <a:ext uri="{FF2B5EF4-FFF2-40B4-BE49-F238E27FC236}">
                    <a16:creationId xmlns:a16="http://schemas.microsoft.com/office/drawing/2014/main" id="{174C962F-C5D7-DF86-6A8D-5B70EFABA1EC}"/>
                  </a:ext>
                </a:extLst>
              </p:cNvPr>
              <p:cNvSpPr/>
              <p:nvPr/>
            </p:nvSpPr>
            <p:spPr>
              <a:xfrm>
                <a:off x="542969" y="2723099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96F9FD6-5093-85E5-E71E-FFD7010D52E9}"/>
              </a:ext>
            </a:extLst>
          </p:cNvPr>
          <p:cNvSpPr/>
          <p:nvPr/>
        </p:nvSpPr>
        <p:spPr>
          <a:xfrm>
            <a:off x="6078096" y="782010"/>
            <a:ext cx="319673" cy="191329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6" name="Triangle isocèle 35">
            <a:extLst>
              <a:ext uri="{FF2B5EF4-FFF2-40B4-BE49-F238E27FC236}">
                <a16:creationId xmlns:a16="http://schemas.microsoft.com/office/drawing/2014/main" id="{E8E6F018-9547-147E-CDDA-7AB2B5CE74B1}"/>
              </a:ext>
            </a:extLst>
          </p:cNvPr>
          <p:cNvSpPr/>
          <p:nvPr/>
        </p:nvSpPr>
        <p:spPr>
          <a:xfrm rot="10800000">
            <a:off x="5757175" y="34808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8" name="Triangle isocèle 37">
            <a:extLst>
              <a:ext uri="{FF2B5EF4-FFF2-40B4-BE49-F238E27FC236}">
                <a16:creationId xmlns:a16="http://schemas.microsoft.com/office/drawing/2014/main" id="{7959A00B-850D-C9AD-A793-0A1049943DB6}"/>
              </a:ext>
            </a:extLst>
          </p:cNvPr>
          <p:cNvSpPr/>
          <p:nvPr/>
        </p:nvSpPr>
        <p:spPr>
          <a:xfrm>
            <a:off x="5757173" y="2608717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5910432" y="-49755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480759" y="281546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3614066" y="111760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5889388" y="230660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10" name="Groupe 9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3" name="Graphique 12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4" name="Connecteur droit 13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2" name="Connecteur droit 11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B14617D4-0660-1CA1-050A-FF2A34AB9A21}"/>
              </a:ext>
            </a:extLst>
          </p:cNvPr>
          <p:cNvCxnSpPr>
            <a:cxnSpLocks/>
          </p:cNvCxnSpPr>
          <p:nvPr/>
        </p:nvCxnSpPr>
        <p:spPr>
          <a:xfrm>
            <a:off x="667619" y="4220269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riangle isocèle 41">
            <a:extLst>
              <a:ext uri="{FF2B5EF4-FFF2-40B4-BE49-F238E27FC236}">
                <a16:creationId xmlns:a16="http://schemas.microsoft.com/office/drawing/2014/main" id="{575B8503-23ED-2131-7905-ADF4A1EB87DC}"/>
              </a:ext>
            </a:extLst>
          </p:cNvPr>
          <p:cNvSpPr/>
          <p:nvPr/>
        </p:nvSpPr>
        <p:spPr>
          <a:xfrm rot="5400000">
            <a:off x="797422" y="4090467"/>
            <a:ext cx="833892" cy="1093497"/>
          </a:xfrm>
          <a:prstGeom prst="triangle">
            <a:avLst/>
          </a:prstGeom>
          <a:solidFill>
            <a:schemeClr val="accent2">
              <a:lumMod val="60000"/>
              <a:lumOff val="4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207A32C2-CCAE-1E28-B1C3-AEC002D2A288}"/>
              </a:ext>
            </a:extLst>
          </p:cNvPr>
          <p:cNvCxnSpPr>
            <a:cxnSpLocks/>
          </p:cNvCxnSpPr>
          <p:nvPr/>
        </p:nvCxnSpPr>
        <p:spPr>
          <a:xfrm>
            <a:off x="2610551" y="4549336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riangle isocèle 43">
            <a:extLst>
              <a:ext uri="{FF2B5EF4-FFF2-40B4-BE49-F238E27FC236}">
                <a16:creationId xmlns:a16="http://schemas.microsoft.com/office/drawing/2014/main" id="{5E326A4A-D092-DA5A-5DCF-5C246E5EF14D}"/>
              </a:ext>
            </a:extLst>
          </p:cNvPr>
          <p:cNvSpPr/>
          <p:nvPr/>
        </p:nvSpPr>
        <p:spPr>
          <a:xfrm rot="16200000">
            <a:off x="1646857" y="4419533"/>
            <a:ext cx="833892" cy="1093497"/>
          </a:xfrm>
          <a:prstGeom prst="triangle">
            <a:avLst/>
          </a:prstGeom>
          <a:solidFill>
            <a:srgbClr val="ABD190"/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03FCDD5F-7325-D0FB-6966-75D07A78537A}"/>
              </a:ext>
            </a:extLst>
          </p:cNvPr>
          <p:cNvGrpSpPr/>
          <p:nvPr/>
        </p:nvGrpSpPr>
        <p:grpSpPr>
          <a:xfrm>
            <a:off x="3629458" y="2346002"/>
            <a:ext cx="1848051" cy="1848051"/>
            <a:chOff x="3699583" y="4220269"/>
            <a:chExt cx="1848051" cy="1848051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0FCDBBB1-31FB-4191-9EF2-4E660A357B7E}"/>
                </a:ext>
              </a:extLst>
            </p:cNvPr>
            <p:cNvCxnSpPr/>
            <p:nvPr/>
          </p:nvCxnSpPr>
          <p:spPr>
            <a:xfrm>
              <a:off x="4291610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29B166C5-1571-9D98-AA45-EDEBBF9A05CD}"/>
                </a:ext>
              </a:extLst>
            </p:cNvPr>
            <p:cNvCxnSpPr/>
            <p:nvPr/>
          </p:nvCxnSpPr>
          <p:spPr>
            <a:xfrm>
              <a:off x="4997956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595B7F64-40D6-6A70-A4C4-0CF03DD05D10}"/>
                </a:ext>
              </a:extLst>
            </p:cNvPr>
            <p:cNvGrpSpPr/>
            <p:nvPr/>
          </p:nvGrpSpPr>
          <p:grpSpPr>
            <a:xfrm rot="5400000">
              <a:off x="4271105" y="4220267"/>
              <a:ext cx="705007" cy="1848051"/>
              <a:chOff x="7810275" y="3665620"/>
              <a:chExt cx="705007" cy="1848051"/>
            </a:xfrm>
          </p:grpSpPr>
          <p:cxnSp>
            <p:nvCxnSpPr>
              <p:cNvPr id="21" name="Connecteur droit 20">
                <a:extLst>
                  <a:ext uri="{FF2B5EF4-FFF2-40B4-BE49-F238E27FC236}">
                    <a16:creationId xmlns:a16="http://schemas.microsoft.com/office/drawing/2014/main" id="{85616182-AF4A-FECE-6074-3C081778783D}"/>
                  </a:ext>
                </a:extLst>
              </p:cNvPr>
              <p:cNvCxnSpPr/>
              <p:nvPr/>
            </p:nvCxnSpPr>
            <p:spPr>
              <a:xfrm>
                <a:off x="7810275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F27161C8-9B1B-FA48-87A0-5A555645BF5D}"/>
                  </a:ext>
                </a:extLst>
              </p:cNvPr>
              <p:cNvCxnSpPr/>
              <p:nvPr/>
            </p:nvCxnSpPr>
            <p:spPr>
              <a:xfrm>
                <a:off x="8515282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C807909-694C-48E2-8143-D22AE60CA5B0}"/>
              </a:ext>
            </a:extLst>
          </p:cNvPr>
          <p:cNvGrpSpPr/>
          <p:nvPr/>
        </p:nvGrpSpPr>
        <p:grpSpPr>
          <a:xfrm>
            <a:off x="3753743" y="4796700"/>
            <a:ext cx="1723766" cy="1731267"/>
            <a:chOff x="7149517" y="4041575"/>
            <a:chExt cx="1723766" cy="1731267"/>
          </a:xfrm>
        </p:grpSpPr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5147A507-7533-AC79-EE31-36BE616EB8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06689" y="4090737"/>
              <a:ext cx="10642" cy="1643313"/>
            </a:xfrm>
            <a:prstGeom prst="straightConnector1">
              <a:avLst/>
            </a:prstGeom>
            <a:ln w="152400" cap="rnd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761FF51F-DA73-E6DC-B68A-D177342CAF07}"/>
                </a:ext>
              </a:extLst>
            </p:cNvPr>
            <p:cNvSpPr txBox="1"/>
            <p:nvPr/>
          </p:nvSpPr>
          <p:spPr>
            <a:xfrm>
              <a:off x="7946426" y="4304561"/>
              <a:ext cx="92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8000" b="1" dirty="0"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Y</a:t>
              </a:r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669D8279-5C49-A9EC-C982-6691525F87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8" y="4041575"/>
              <a:ext cx="1242007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2CCEC863-6B5B-E31D-287D-B2AD2F87E6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7" y="5772842"/>
              <a:ext cx="1242008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157710FA-9069-88B6-659B-D92B4E215526}"/>
              </a:ext>
            </a:extLst>
          </p:cNvPr>
          <p:cNvGrpSpPr/>
          <p:nvPr/>
        </p:nvGrpSpPr>
        <p:grpSpPr>
          <a:xfrm>
            <a:off x="8617633" y="625034"/>
            <a:ext cx="3104786" cy="3162299"/>
            <a:chOff x="8531458" y="378718"/>
            <a:chExt cx="3104786" cy="3162299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0C65B518-6D94-57FB-76F9-7D2363FBC88F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9" name="Rectangle : coins arrondis 48">
                <a:extLst>
                  <a:ext uri="{FF2B5EF4-FFF2-40B4-BE49-F238E27FC236}">
                    <a16:creationId xmlns:a16="http://schemas.microsoft.com/office/drawing/2014/main" id="{9950D84D-0E9A-C5E1-83AD-1827F99B9B25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F528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8F58EB1-4B81-019A-4D4C-F42DAC87782B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solidFill>
                <a:srgbClr val="8FAADC"/>
              </a:solidFill>
              <a:ln w="190500">
                <a:solidFill>
                  <a:srgbClr val="2F528F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 err="1">
                    <a:solidFill>
                      <a:schemeClr val="bg1"/>
                    </a:solidFill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scval</a:t>
                </a:r>
                <a:endParaRPr lang="fr-CA" sz="7000" b="1" dirty="0">
                  <a:solidFill>
                    <a:schemeClr val="bg1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endParaRPr>
              </a:p>
            </p:txBody>
          </p:sp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7728EE1A-ACCA-81A0-9C55-10EF013ADE8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F528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7" name="Connecteur droit 46">
              <a:extLst>
                <a:ext uri="{FF2B5EF4-FFF2-40B4-BE49-F238E27FC236}">
                  <a16:creationId xmlns:a16="http://schemas.microsoft.com/office/drawing/2014/main" id="{B5209644-F71B-B89D-A38C-6527A3444238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eur droit 47">
              <a:extLst>
                <a:ext uri="{FF2B5EF4-FFF2-40B4-BE49-F238E27FC236}">
                  <a16:creationId xmlns:a16="http://schemas.microsoft.com/office/drawing/2014/main" id="{C2DE41F9-FF19-0D18-591E-60A6718C7E06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252CEEE-CBC4-AF76-1AB4-9F87A4D5E203}"/>
              </a:ext>
            </a:extLst>
          </p:cNvPr>
          <p:cNvGrpSpPr/>
          <p:nvPr/>
        </p:nvGrpSpPr>
        <p:grpSpPr>
          <a:xfrm>
            <a:off x="7096498" y="4758549"/>
            <a:ext cx="1699855" cy="1611093"/>
            <a:chOff x="5322094" y="2762250"/>
            <a:chExt cx="1163261" cy="1102519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57DF3538-558F-6BC6-E117-4E7B05DF4CA9}"/>
                </a:ext>
              </a:extLst>
            </p:cNvPr>
            <p:cNvSpPr/>
            <p:nvPr/>
          </p:nvSpPr>
          <p:spPr>
            <a:xfrm>
              <a:off x="5322094" y="2762250"/>
              <a:ext cx="1030664" cy="1102519"/>
            </a:xfrm>
            <a:custGeom>
              <a:avLst/>
              <a:gdLst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38162 w 1026319"/>
                <a:gd name="csY4" fmla="*/ 130969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46853 w 1026319"/>
                <a:gd name="csY4" fmla="*/ 109242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5312 w 1030664"/>
                <a:gd name="csY7" fmla="*/ 219075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80879 h 1102519"/>
                <a:gd name="csX10" fmla="*/ 26194 w 1030664"/>
                <a:gd name="csY10" fmla="*/ 1102519 h 1102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30664" h="1102519">
                  <a:moveTo>
                    <a:pt x="26194" y="1102519"/>
                  </a:moveTo>
                  <a:lnTo>
                    <a:pt x="0" y="135731"/>
                  </a:lnTo>
                  <a:lnTo>
                    <a:pt x="116681" y="14288"/>
                  </a:lnTo>
                  <a:lnTo>
                    <a:pt x="397669" y="0"/>
                  </a:lnTo>
                  <a:lnTo>
                    <a:pt x="546853" y="109242"/>
                  </a:lnTo>
                  <a:lnTo>
                    <a:pt x="1023937" y="71438"/>
                  </a:lnTo>
                  <a:lnTo>
                    <a:pt x="1030664" y="217912"/>
                  </a:lnTo>
                  <a:lnTo>
                    <a:pt x="599657" y="240803"/>
                  </a:lnTo>
                  <a:lnTo>
                    <a:pt x="455235" y="360787"/>
                  </a:lnTo>
                  <a:lnTo>
                    <a:pt x="128587" y="380879"/>
                  </a:lnTo>
                  <a:lnTo>
                    <a:pt x="26194" y="1102519"/>
                  </a:lnTo>
                  <a:close/>
                </a:path>
              </a:pathLst>
            </a:custGeom>
            <a:solidFill>
              <a:srgbClr val="FFCF37"/>
            </a:solidFill>
            <a:ln w="635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FAE5C2F3-1A6D-945D-471A-7CF7CD009B7A}"/>
                </a:ext>
              </a:extLst>
            </p:cNvPr>
            <p:cNvSpPr/>
            <p:nvPr/>
          </p:nvSpPr>
          <p:spPr>
            <a:xfrm>
              <a:off x="5353050" y="2972809"/>
              <a:ext cx="1132305" cy="887991"/>
            </a:xfrm>
            <a:custGeom>
              <a:avLst/>
              <a:gdLst>
                <a:gd name="csX0" fmla="*/ 0 w 1136650"/>
                <a:gd name="csY0" fmla="*/ 927100 h 927100"/>
                <a:gd name="csX1" fmla="*/ 95250 w 1136650"/>
                <a:gd name="csY1" fmla="*/ 184150 h 927100"/>
                <a:gd name="csX2" fmla="*/ 431800 w 1136650"/>
                <a:gd name="csY2" fmla="*/ 152400 h 927100"/>
                <a:gd name="csX3" fmla="*/ 565150 w 1136650"/>
                <a:gd name="csY3" fmla="*/ 44450 h 927100"/>
                <a:gd name="csX4" fmla="*/ 1136650 w 1136650"/>
                <a:gd name="csY4" fmla="*/ 0 h 927100"/>
                <a:gd name="csX5" fmla="*/ 996950 w 1136650"/>
                <a:gd name="csY5" fmla="*/ 781050 h 927100"/>
                <a:gd name="csX6" fmla="*/ 0 w 1136650"/>
                <a:gd name="csY6" fmla="*/ 927100 h 927100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5150 w 1132305"/>
                <a:gd name="csY3" fmla="*/ 5341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3429 w 1132305"/>
                <a:gd name="csY2" fmla="*/ 124697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32305" h="887991">
                  <a:moveTo>
                    <a:pt x="0" y="887991"/>
                  </a:moveTo>
                  <a:lnTo>
                    <a:pt x="95250" y="145041"/>
                  </a:lnTo>
                  <a:lnTo>
                    <a:pt x="433429" y="124697"/>
                  </a:lnTo>
                  <a:lnTo>
                    <a:pt x="562978" y="35760"/>
                  </a:lnTo>
                  <a:lnTo>
                    <a:pt x="1132305" y="0"/>
                  </a:lnTo>
                  <a:lnTo>
                    <a:pt x="996950" y="741941"/>
                  </a:lnTo>
                  <a:lnTo>
                    <a:pt x="0" y="887991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 w="69850">
              <a:solidFill>
                <a:schemeClr val="accent4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654619"/>
                        <a:gd name="csY0" fmla="*/ 1297607 h 1297607"/>
                        <a:gd name="csX1" fmla="*/ 72377 w 1654619"/>
                        <a:gd name="csY1" fmla="*/ 733063 h 1297607"/>
                        <a:gd name="csX2" fmla="*/ 139187 w 1654619"/>
                        <a:gd name="csY2" fmla="*/ 211946 h 1297607"/>
                        <a:gd name="csX3" fmla="*/ 630982 w 1654619"/>
                        <a:gd name="csY3" fmla="*/ 165550 h 1297607"/>
                        <a:gd name="csX4" fmla="*/ 822670 w 1654619"/>
                        <a:gd name="csY4" fmla="*/ 52255 h 1297607"/>
                        <a:gd name="csX5" fmla="*/ 1222006 w 1654619"/>
                        <a:gd name="csY5" fmla="*/ 27173 h 1297607"/>
                        <a:gd name="csX6" fmla="*/ 1654619 w 1654619"/>
                        <a:gd name="csY6" fmla="*/ 0 h 1297607"/>
                        <a:gd name="csX7" fmla="*/ 1551767 w 1654619"/>
                        <a:gd name="csY7" fmla="*/ 563777 h 1297607"/>
                        <a:gd name="csX8" fmla="*/ 1456826 w 1654619"/>
                        <a:gd name="csY8" fmla="*/ 1084186 h 1297607"/>
                        <a:gd name="csX9" fmla="*/ 971217 w 1654619"/>
                        <a:gd name="csY9" fmla="*/ 1155326 h 1297607"/>
                        <a:gd name="csX10" fmla="*/ 485609 w 1654619"/>
                        <a:gd name="csY10" fmla="*/ 1226467 h 1297607"/>
                        <a:gd name="csX11" fmla="*/ 0 w 1654619"/>
                        <a:gd name="csY11" fmla="*/ 1297607 h 129760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654619" h="1297607" fill="none" extrusionOk="0">
                          <a:moveTo>
                            <a:pt x="0" y="1297607"/>
                          </a:moveTo>
                          <a:cubicBezTo>
                            <a:pt x="5602" y="1155706"/>
                            <a:pt x="101668" y="954816"/>
                            <a:pt x="72377" y="733063"/>
                          </a:cubicBezTo>
                          <a:cubicBezTo>
                            <a:pt x="43086" y="511310"/>
                            <a:pt x="161276" y="406076"/>
                            <a:pt x="139187" y="211946"/>
                          </a:cubicBezTo>
                          <a:cubicBezTo>
                            <a:pt x="306247" y="179667"/>
                            <a:pt x="440475" y="211059"/>
                            <a:pt x="630982" y="165550"/>
                          </a:cubicBezTo>
                          <a:cubicBezTo>
                            <a:pt x="715782" y="107491"/>
                            <a:pt x="744254" y="110610"/>
                            <a:pt x="822670" y="52255"/>
                          </a:cubicBezTo>
                          <a:cubicBezTo>
                            <a:pt x="1006857" y="23108"/>
                            <a:pt x="1036070" y="71690"/>
                            <a:pt x="1222006" y="27173"/>
                          </a:cubicBezTo>
                          <a:cubicBezTo>
                            <a:pt x="1407942" y="-17344"/>
                            <a:pt x="1553848" y="57463"/>
                            <a:pt x="1654619" y="0"/>
                          </a:cubicBezTo>
                          <a:cubicBezTo>
                            <a:pt x="1653992" y="252064"/>
                            <a:pt x="1572797" y="406842"/>
                            <a:pt x="1551767" y="563777"/>
                          </a:cubicBezTo>
                          <a:cubicBezTo>
                            <a:pt x="1530737" y="720712"/>
                            <a:pt x="1494318" y="831711"/>
                            <a:pt x="1456826" y="1084186"/>
                          </a:cubicBezTo>
                          <a:cubicBezTo>
                            <a:pt x="1296779" y="1124336"/>
                            <a:pt x="1119171" y="1123775"/>
                            <a:pt x="971217" y="1155326"/>
                          </a:cubicBezTo>
                          <a:cubicBezTo>
                            <a:pt x="823263" y="1186877"/>
                            <a:pt x="615451" y="1196856"/>
                            <a:pt x="485609" y="1226467"/>
                          </a:cubicBezTo>
                          <a:cubicBezTo>
                            <a:pt x="355767" y="1256077"/>
                            <a:pt x="102512" y="1241430"/>
                            <a:pt x="0" y="1297607"/>
                          </a:cubicBezTo>
                          <a:close/>
                        </a:path>
                        <a:path w="1654619" h="1297607" stroke="0" extrusionOk="0">
                          <a:moveTo>
                            <a:pt x="0" y="1297607"/>
                          </a:moveTo>
                          <a:cubicBezTo>
                            <a:pt x="-13771" y="1052173"/>
                            <a:pt x="50588" y="1014082"/>
                            <a:pt x="68202" y="765633"/>
                          </a:cubicBezTo>
                          <a:cubicBezTo>
                            <a:pt x="85815" y="517184"/>
                            <a:pt x="113703" y="415483"/>
                            <a:pt x="139187" y="211946"/>
                          </a:cubicBezTo>
                          <a:cubicBezTo>
                            <a:pt x="247491" y="165253"/>
                            <a:pt x="498541" y="220952"/>
                            <a:pt x="630982" y="165550"/>
                          </a:cubicBezTo>
                          <a:cubicBezTo>
                            <a:pt x="707710" y="100337"/>
                            <a:pt x="758751" y="100894"/>
                            <a:pt x="822670" y="52255"/>
                          </a:cubicBezTo>
                          <a:cubicBezTo>
                            <a:pt x="1013725" y="30009"/>
                            <a:pt x="1068628" y="63648"/>
                            <a:pt x="1230325" y="26650"/>
                          </a:cubicBezTo>
                          <a:cubicBezTo>
                            <a:pt x="1392022" y="-10348"/>
                            <a:pt x="1498009" y="46742"/>
                            <a:pt x="1654619" y="0"/>
                          </a:cubicBezTo>
                          <a:cubicBezTo>
                            <a:pt x="1670578" y="264432"/>
                            <a:pt x="1569474" y="425489"/>
                            <a:pt x="1551767" y="563777"/>
                          </a:cubicBezTo>
                          <a:cubicBezTo>
                            <a:pt x="1534060" y="702065"/>
                            <a:pt x="1458783" y="860675"/>
                            <a:pt x="1456826" y="1084186"/>
                          </a:cubicBezTo>
                          <a:cubicBezTo>
                            <a:pt x="1306143" y="1163186"/>
                            <a:pt x="1162417" y="1121717"/>
                            <a:pt x="971217" y="1155326"/>
                          </a:cubicBezTo>
                          <a:cubicBezTo>
                            <a:pt x="780017" y="1188935"/>
                            <a:pt x="623000" y="1159539"/>
                            <a:pt x="500177" y="1224332"/>
                          </a:cubicBezTo>
                          <a:cubicBezTo>
                            <a:pt x="377354" y="1289125"/>
                            <a:pt x="105842" y="1228026"/>
                            <a:pt x="0" y="1297607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e 45">
            <a:extLst>
              <a:ext uri="{FF2B5EF4-FFF2-40B4-BE49-F238E27FC236}">
                <a16:creationId xmlns:a16="http://schemas.microsoft.com/office/drawing/2014/main" id="{5D0E48A9-6DD0-1A8C-7367-1633D79465D7}"/>
              </a:ext>
            </a:extLst>
          </p:cNvPr>
          <p:cNvGrpSpPr/>
          <p:nvPr/>
        </p:nvGrpSpPr>
        <p:grpSpPr>
          <a:xfrm>
            <a:off x="8993505" y="239641"/>
            <a:ext cx="2875280" cy="2875280"/>
            <a:chOff x="8993505" y="239641"/>
            <a:chExt cx="2875280" cy="2875280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8589D296-22A3-AF55-88DA-B5CF1293E986}"/>
                </a:ext>
              </a:extLst>
            </p:cNvPr>
            <p:cNvSpPr/>
            <p:nvPr/>
          </p:nvSpPr>
          <p:spPr>
            <a:xfrm>
              <a:off x="8993505" y="239641"/>
              <a:ext cx="2875280" cy="2875280"/>
            </a:xfrm>
            <a:prstGeom prst="ellipse">
              <a:avLst/>
            </a:prstGeom>
            <a:ln w="38100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22ED24C4-6932-CD0C-36E0-BDBFC8835E84}"/>
                </a:ext>
              </a:extLst>
            </p:cNvPr>
            <p:cNvSpPr/>
            <p:nvPr/>
          </p:nvSpPr>
          <p:spPr>
            <a:xfrm>
              <a:off x="9111347" y="362563"/>
              <a:ext cx="2629436" cy="2629436"/>
            </a:xfrm>
            <a:prstGeom prst="ellipse">
              <a:avLst/>
            </a:prstGeom>
            <a:ln w="38100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40" name="Arc partiel 39">
              <a:extLst>
                <a:ext uri="{FF2B5EF4-FFF2-40B4-BE49-F238E27FC236}">
                  <a16:creationId xmlns:a16="http://schemas.microsoft.com/office/drawing/2014/main" id="{960BCF47-3D07-32AB-0394-249EE94A9F99}"/>
                </a:ext>
              </a:extLst>
            </p:cNvPr>
            <p:cNvSpPr/>
            <p:nvPr/>
          </p:nvSpPr>
          <p:spPr>
            <a:xfrm rot="10800000">
              <a:off x="9097374" y="358212"/>
              <a:ext cx="2624356" cy="2624356"/>
            </a:xfrm>
            <a:prstGeom prst="pie">
              <a:avLst>
                <a:gd name="adj1" fmla="val 9614698"/>
                <a:gd name="adj2" fmla="val 13441705"/>
              </a:avLst>
            </a:prstGeom>
            <a:solidFill>
              <a:srgbClr val="FF0000">
                <a:alpha val="51000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4" name="Arc partiel 43">
              <a:extLst>
                <a:ext uri="{FF2B5EF4-FFF2-40B4-BE49-F238E27FC236}">
                  <a16:creationId xmlns:a16="http://schemas.microsoft.com/office/drawing/2014/main" id="{42731F46-9539-EBFC-3099-0696AC9F833A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11346" y="376900"/>
              <a:ext cx="2610383" cy="2610383"/>
            </a:xfrm>
            <a:prstGeom prst="pie">
              <a:avLst>
                <a:gd name="adj1" fmla="val 5505347"/>
                <a:gd name="adj2" fmla="val 9572217"/>
              </a:avLst>
            </a:prstGeom>
            <a:solidFill>
              <a:srgbClr val="FFFF00">
                <a:alpha val="51000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5" name="Arc partiel 44">
              <a:extLst>
                <a:ext uri="{FF2B5EF4-FFF2-40B4-BE49-F238E27FC236}">
                  <a16:creationId xmlns:a16="http://schemas.microsoft.com/office/drawing/2014/main" id="{FCC95866-CD3F-9FEE-5292-5F74FBD6D56F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30399" y="376900"/>
              <a:ext cx="2591330" cy="2585472"/>
            </a:xfrm>
            <a:prstGeom prst="pie">
              <a:avLst>
                <a:gd name="adj1" fmla="val 18885675"/>
                <a:gd name="adj2" fmla="val 5453707"/>
              </a:avLst>
            </a:prstGeom>
            <a:solidFill>
              <a:srgbClr val="92D050">
                <a:alpha val="47000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>
                <a:solidFill>
                  <a:schemeClr val="tx1"/>
                </a:solidFill>
              </a:endParaRP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8D37D01E-CD36-792D-A24A-0A4630042571}"/>
                </a:ext>
              </a:extLst>
            </p:cNvPr>
            <p:cNvSpPr/>
            <p:nvPr/>
          </p:nvSpPr>
          <p:spPr>
            <a:xfrm>
              <a:off x="9253011" y="483704"/>
              <a:ext cx="2366007" cy="2366007"/>
            </a:xfrm>
            <a:prstGeom prst="ellipse">
              <a:avLst/>
            </a:prstGeom>
            <a:ln w="38100"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Triangle isocèle 4">
              <a:extLst>
                <a:ext uri="{FF2B5EF4-FFF2-40B4-BE49-F238E27FC236}">
                  <a16:creationId xmlns:a16="http://schemas.microsoft.com/office/drawing/2014/main" id="{D8B5EDAD-94E5-143B-C0AD-31E9CFEC8C9E}"/>
                </a:ext>
              </a:extLst>
            </p:cNvPr>
            <p:cNvSpPr/>
            <p:nvPr/>
          </p:nvSpPr>
          <p:spPr>
            <a:xfrm rot="1542908">
              <a:off x="10625771" y="541105"/>
              <a:ext cx="193540" cy="1128020"/>
            </a:xfrm>
            <a:prstGeom prst="triangle">
              <a:avLst>
                <a:gd name="adj" fmla="val 54925"/>
              </a:avLst>
            </a:prstGeom>
            <a:ln w="38100"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02C0C389-E847-A311-C3F8-A5C4953CE50B}"/>
                </a:ext>
              </a:extLst>
            </p:cNvPr>
            <p:cNvSpPr/>
            <p:nvPr/>
          </p:nvSpPr>
          <p:spPr>
            <a:xfrm>
              <a:off x="10163109" y="1414391"/>
              <a:ext cx="545813" cy="545813"/>
            </a:xfrm>
            <a:prstGeom prst="ellipse">
              <a:avLst/>
            </a:prstGeom>
            <a:ln w="38100"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2F36938-DD6F-1A92-9B66-8FD78B53F37E}"/>
                </a:ext>
              </a:extLst>
            </p:cNvPr>
            <p:cNvSpPr/>
            <p:nvPr/>
          </p:nvSpPr>
          <p:spPr>
            <a:xfrm>
              <a:off x="9854564" y="2328870"/>
              <a:ext cx="1143000" cy="34879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285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CA" sz="2400" b="1" dirty="0">
                  <a:solidFill>
                    <a:srgbClr val="64310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123.4</a:t>
              </a:r>
            </a:p>
          </p:txBody>
        </p: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EE03CE4-593E-415A-660F-1EC0A58990B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9355607" y="2544584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F518E5BE-4DB5-D485-F9A8-1CE46941730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229800" y="450729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CFC93AA2-2E4D-3F2E-6EF1-7893FAEFF648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9362496" y="803088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34DB6CFF-6086-C51F-30CB-5939D142DE78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8993505" y="1677281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052F1008-0BC1-BCAA-AD13-5B923B97CC6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11097103" y="2551473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1D60F9FF-1374-0B0F-8A08-9E4962408520}"/>
                </a:ext>
              </a:extLst>
            </p:cNvPr>
            <p:cNvCxnSpPr>
              <a:cxnSpLocks/>
            </p:cNvCxnSpPr>
            <p:nvPr/>
          </p:nvCxnSpPr>
          <p:spPr>
            <a:xfrm>
              <a:off x="11456352" y="1687024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038C7C3F-9EE1-8663-4348-F17BC9A9C18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11103992" y="809977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8A28F081-C4BB-E83E-D072-D19DC5305406}"/>
              </a:ext>
            </a:extLst>
          </p:cNvPr>
          <p:cNvSpPr/>
          <p:nvPr/>
        </p:nvSpPr>
        <p:spPr>
          <a:xfrm>
            <a:off x="5362735" y="483704"/>
            <a:ext cx="2514173" cy="990266"/>
          </a:xfrm>
          <a:prstGeom prst="roundRect">
            <a:avLst>
              <a:gd name="adj" fmla="val 10511"/>
            </a:avLst>
          </a:prstGeom>
          <a:solidFill>
            <a:srgbClr val="DBDBDB"/>
          </a:solidFill>
          <a:ln w="76200">
            <a:solidFill>
              <a:srgbClr val="43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5400" b="1" dirty="0">
                <a:solidFill>
                  <a:srgbClr val="64310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123.4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BC56F5FB-AD55-33EE-BBAF-52957F4C1ECB}"/>
              </a:ext>
            </a:extLst>
          </p:cNvPr>
          <p:cNvGrpSpPr/>
          <p:nvPr/>
        </p:nvGrpSpPr>
        <p:grpSpPr>
          <a:xfrm>
            <a:off x="580907" y="247465"/>
            <a:ext cx="3194762" cy="3194255"/>
            <a:chOff x="580907" y="247465"/>
            <a:chExt cx="3194762" cy="3194255"/>
          </a:xfrm>
        </p:grpSpPr>
        <p:sp>
          <p:nvSpPr>
            <p:cNvPr id="19" name="Arc partiel 18">
              <a:extLst>
                <a:ext uri="{FF2B5EF4-FFF2-40B4-BE49-F238E27FC236}">
                  <a16:creationId xmlns:a16="http://schemas.microsoft.com/office/drawing/2014/main" id="{5527027A-BA65-46D7-62E6-4C36399B7E2B}"/>
                </a:ext>
              </a:extLst>
            </p:cNvPr>
            <p:cNvSpPr/>
            <p:nvPr/>
          </p:nvSpPr>
          <p:spPr>
            <a:xfrm>
              <a:off x="594134" y="260185"/>
              <a:ext cx="3181535" cy="3181535"/>
            </a:xfrm>
            <a:prstGeom prst="pie">
              <a:avLst>
                <a:gd name="adj1" fmla="val 19395265"/>
                <a:gd name="adj2" fmla="val 21594371"/>
              </a:avLst>
            </a:prstGeom>
            <a:solidFill>
              <a:srgbClr val="ED7D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" name="Arc partiel 3">
              <a:extLst>
                <a:ext uri="{FF2B5EF4-FFF2-40B4-BE49-F238E27FC236}">
                  <a16:creationId xmlns:a16="http://schemas.microsoft.com/office/drawing/2014/main" id="{DB02F5BC-6046-9111-1657-BA620010F8F0}"/>
                </a:ext>
              </a:extLst>
            </p:cNvPr>
            <p:cNvSpPr/>
            <p:nvPr/>
          </p:nvSpPr>
          <p:spPr>
            <a:xfrm>
              <a:off x="580907" y="247465"/>
              <a:ext cx="3181535" cy="3181535"/>
            </a:xfrm>
            <a:prstGeom prst="pie">
              <a:avLst>
                <a:gd name="adj1" fmla="val 10771407"/>
                <a:gd name="adj2" fmla="val 19297323"/>
              </a:avLst>
            </a:prstGeom>
            <a:solidFill>
              <a:srgbClr val="5B9B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7B194D7-6BB5-EAD2-5DC3-3660217B797E}"/>
                </a:ext>
              </a:extLst>
            </p:cNvPr>
            <p:cNvGrpSpPr/>
            <p:nvPr/>
          </p:nvGrpSpPr>
          <p:grpSpPr>
            <a:xfrm>
              <a:off x="968470" y="373920"/>
              <a:ext cx="2397555" cy="2717664"/>
              <a:chOff x="968470" y="373920"/>
              <a:chExt cx="2397555" cy="2717664"/>
            </a:xfrm>
          </p:grpSpPr>
          <p:sp>
            <p:nvSpPr>
              <p:cNvPr id="59" name="Arc partiel 58">
                <a:extLst>
                  <a:ext uri="{FF2B5EF4-FFF2-40B4-BE49-F238E27FC236}">
                    <a16:creationId xmlns:a16="http://schemas.microsoft.com/office/drawing/2014/main" id="{84AACF56-B003-A8FE-88B5-B3D0D109EFAC}"/>
                  </a:ext>
                </a:extLst>
              </p:cNvPr>
              <p:cNvSpPr/>
              <p:nvPr/>
            </p:nvSpPr>
            <p:spPr>
              <a:xfrm>
                <a:off x="968470" y="610322"/>
                <a:ext cx="2397555" cy="2481262"/>
              </a:xfrm>
              <a:prstGeom prst="pie">
                <a:avLst>
                  <a:gd name="adj1" fmla="val 10501438"/>
                  <a:gd name="adj2" fmla="val 263145"/>
                </a:avLst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Triangle isocèle 61">
                <a:extLst>
                  <a:ext uri="{FF2B5EF4-FFF2-40B4-BE49-F238E27FC236}">
                    <a16:creationId xmlns:a16="http://schemas.microsoft.com/office/drawing/2014/main" id="{7A3EA20A-0F4F-3667-F160-97753DD5DF4D}"/>
                  </a:ext>
                </a:extLst>
              </p:cNvPr>
              <p:cNvSpPr/>
              <p:nvPr/>
            </p:nvSpPr>
            <p:spPr>
              <a:xfrm rot="900000">
                <a:off x="2152694" y="373920"/>
                <a:ext cx="265235" cy="1348044"/>
              </a:xfrm>
              <a:prstGeom prst="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DBE5D997-A2AA-D3B0-49AE-C8514E370662}"/>
                  </a:ext>
                </a:extLst>
              </p:cNvPr>
              <p:cNvSpPr/>
              <p:nvPr/>
            </p:nvSpPr>
            <p:spPr>
              <a:xfrm>
                <a:off x="1908859" y="1614726"/>
                <a:ext cx="348629" cy="34862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sp>
        <p:nvSpPr>
          <p:cNvPr id="6" name="Ellipse 5">
            <a:extLst>
              <a:ext uri="{FF2B5EF4-FFF2-40B4-BE49-F238E27FC236}">
                <a16:creationId xmlns:a16="http://schemas.microsoft.com/office/drawing/2014/main" id="{D05D510F-54A0-8D0D-3136-D8F4D74AD65C}"/>
              </a:ext>
            </a:extLst>
          </p:cNvPr>
          <p:cNvSpPr/>
          <p:nvPr/>
        </p:nvSpPr>
        <p:spPr>
          <a:xfrm>
            <a:off x="228969" y="2782184"/>
            <a:ext cx="1479001" cy="1479001"/>
          </a:xfrm>
          <a:prstGeom prst="ellipse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1E1AED-C3EF-BF19-9201-2F49BCD9FCB0}"/>
              </a:ext>
            </a:extLst>
          </p:cNvPr>
          <p:cNvSpPr/>
          <p:nvPr/>
        </p:nvSpPr>
        <p:spPr>
          <a:xfrm>
            <a:off x="2179312" y="2782185"/>
            <a:ext cx="1479001" cy="1479001"/>
          </a:xfrm>
          <a:prstGeom prst="rect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2525116F-C141-2417-437E-6CC138C3F83C}"/>
              </a:ext>
            </a:extLst>
          </p:cNvPr>
          <p:cNvCxnSpPr/>
          <p:nvPr/>
        </p:nvCxnSpPr>
        <p:spPr>
          <a:xfrm>
            <a:off x="4027251" y="2849711"/>
            <a:ext cx="1421166" cy="1421166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B041141D-4854-1DB1-F50B-DBAD249CB5DD}"/>
              </a:ext>
            </a:extLst>
          </p:cNvPr>
          <p:cNvSpPr/>
          <p:nvPr/>
        </p:nvSpPr>
        <p:spPr>
          <a:xfrm>
            <a:off x="5699999" y="3036242"/>
            <a:ext cx="2514173" cy="990266"/>
          </a:xfrm>
          <a:prstGeom prst="roundRect">
            <a:avLst>
              <a:gd name="adj" fmla="val 0"/>
            </a:avLst>
          </a:prstGeom>
          <a:noFill/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54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583CACC3-949E-A13F-3EEE-63D73FE0B762}"/>
              </a:ext>
            </a:extLst>
          </p:cNvPr>
          <p:cNvGrpSpPr/>
          <p:nvPr/>
        </p:nvGrpSpPr>
        <p:grpSpPr>
          <a:xfrm>
            <a:off x="228969" y="4954046"/>
            <a:ext cx="1479001" cy="1479001"/>
            <a:chOff x="5265516" y="4849279"/>
            <a:chExt cx="1479001" cy="1479001"/>
          </a:xfrm>
        </p:grpSpPr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5591C1CB-1084-A6EA-AACD-07A8E79C1507}"/>
                </a:ext>
              </a:extLst>
            </p:cNvPr>
            <p:cNvSpPr/>
            <p:nvPr/>
          </p:nvSpPr>
          <p:spPr>
            <a:xfrm>
              <a:off x="5265516" y="4849279"/>
              <a:ext cx="1479001" cy="1479001"/>
            </a:xfrm>
            <a:prstGeom prst="ellipse">
              <a:avLst/>
            </a:prstGeom>
            <a:solidFill>
              <a:srgbClr val="FF0000"/>
            </a:solidFill>
            <a:ln w="1270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99C10C05-4C56-4030-7994-34A165BE0900}"/>
                </a:ext>
              </a:extLst>
            </p:cNvPr>
            <p:cNvSpPr/>
            <p:nvPr/>
          </p:nvSpPr>
          <p:spPr>
            <a:xfrm>
              <a:off x="5324327" y="4898243"/>
              <a:ext cx="1359638" cy="138107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100000"/>
                    <a:alpha val="30000"/>
                  </a:schemeClr>
                </a:gs>
                <a:gs pos="15000">
                  <a:schemeClr val="bg1">
                    <a:lumMod val="100000"/>
                    <a:alpha val="3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127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2959125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306D83D9-E422-277E-BA0B-C67C813D15BE}"/>
              </a:ext>
            </a:extLst>
          </p:cNvPr>
          <p:cNvSpPr/>
          <p:nvPr/>
        </p:nvSpPr>
        <p:spPr>
          <a:xfrm>
            <a:off x="1720630" y="306943"/>
            <a:ext cx="136208" cy="1087855"/>
          </a:xfrm>
          <a:prstGeom prst="roundRect">
            <a:avLst>
              <a:gd name="adj" fmla="val 11724"/>
            </a:avLst>
          </a:prstGeom>
          <a:solidFill>
            <a:srgbClr val="CE2E28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9F823ADF-153C-2A3E-9965-D598C40964BF}"/>
              </a:ext>
            </a:extLst>
          </p:cNvPr>
          <p:cNvSpPr/>
          <p:nvPr/>
        </p:nvSpPr>
        <p:spPr>
          <a:xfrm>
            <a:off x="1720629" y="1394798"/>
            <a:ext cx="127405" cy="618481"/>
          </a:xfrm>
          <a:prstGeom prst="roundRect">
            <a:avLst>
              <a:gd name="adj" fmla="val 11724"/>
            </a:avLst>
          </a:prstGeom>
          <a:solidFill>
            <a:srgbClr val="E0E000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4A5E2EF3-EDF0-9AC7-C6E6-8E2F075ADE38}"/>
              </a:ext>
            </a:extLst>
          </p:cNvPr>
          <p:cNvSpPr/>
          <p:nvPr/>
        </p:nvSpPr>
        <p:spPr>
          <a:xfrm>
            <a:off x="1720628" y="2013279"/>
            <a:ext cx="127405" cy="2678227"/>
          </a:xfrm>
          <a:prstGeom prst="roundRect">
            <a:avLst>
              <a:gd name="adj" fmla="val 11724"/>
            </a:avLst>
          </a:prstGeom>
          <a:solidFill>
            <a:srgbClr val="63A11F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7" name="Rectangle : coins arrondis 86">
            <a:extLst>
              <a:ext uri="{FF2B5EF4-FFF2-40B4-BE49-F238E27FC236}">
                <a16:creationId xmlns:a16="http://schemas.microsoft.com/office/drawing/2014/main" id="{B80E2461-833F-F7D5-827F-449F85579DB5}"/>
              </a:ext>
            </a:extLst>
          </p:cNvPr>
          <p:cNvSpPr/>
          <p:nvPr/>
        </p:nvSpPr>
        <p:spPr>
          <a:xfrm>
            <a:off x="782116" y="348568"/>
            <a:ext cx="899578" cy="1323927"/>
          </a:xfrm>
          <a:prstGeom prst="roundRect">
            <a:avLst>
              <a:gd name="adj" fmla="val 0"/>
            </a:avLst>
          </a:prstGeom>
          <a:solidFill>
            <a:srgbClr val="A5A5A5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7473241B-B808-3105-E22A-85540B737F36}"/>
              </a:ext>
            </a:extLst>
          </p:cNvPr>
          <p:cNvSpPr/>
          <p:nvPr/>
        </p:nvSpPr>
        <p:spPr>
          <a:xfrm>
            <a:off x="803684" y="1661670"/>
            <a:ext cx="899578" cy="3029836"/>
          </a:xfrm>
          <a:prstGeom prst="roundRect">
            <a:avLst>
              <a:gd name="adj" fmla="val 0"/>
            </a:avLst>
          </a:prstGeom>
          <a:solidFill>
            <a:srgbClr val="ED7D31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9611C969-831F-4225-34AB-2115D7189576}"/>
              </a:ext>
            </a:extLst>
          </p:cNvPr>
          <p:cNvCxnSpPr>
            <a:cxnSpLocks/>
          </p:cNvCxnSpPr>
          <p:nvPr/>
        </p:nvCxnSpPr>
        <p:spPr>
          <a:xfrm>
            <a:off x="803684" y="1394798"/>
            <a:ext cx="1291554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064E89E7-44B3-D567-6AD0-3D1FFBADC969}"/>
              </a:ext>
            </a:extLst>
          </p:cNvPr>
          <p:cNvCxnSpPr>
            <a:cxnSpLocks/>
          </p:cNvCxnSpPr>
          <p:nvPr/>
        </p:nvCxnSpPr>
        <p:spPr>
          <a:xfrm>
            <a:off x="782409" y="2273178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941661A2-F8FA-5B51-787A-3D84C48EB27A}"/>
              </a:ext>
            </a:extLst>
          </p:cNvPr>
          <p:cNvCxnSpPr>
            <a:cxnSpLocks/>
          </p:cNvCxnSpPr>
          <p:nvPr/>
        </p:nvCxnSpPr>
        <p:spPr>
          <a:xfrm>
            <a:off x="782409" y="2035688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FD16D3D5-FC7C-53D1-B51E-CED74DF0BA2E}"/>
              </a:ext>
            </a:extLst>
          </p:cNvPr>
          <p:cNvCxnSpPr>
            <a:cxnSpLocks/>
          </p:cNvCxnSpPr>
          <p:nvPr/>
        </p:nvCxnSpPr>
        <p:spPr>
          <a:xfrm>
            <a:off x="782409" y="1814231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2276A1E3-23B4-AE51-7D1B-C26031AFE491}"/>
              </a:ext>
            </a:extLst>
          </p:cNvPr>
          <p:cNvCxnSpPr>
            <a:cxnSpLocks/>
          </p:cNvCxnSpPr>
          <p:nvPr/>
        </p:nvCxnSpPr>
        <p:spPr>
          <a:xfrm>
            <a:off x="782409" y="1603094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4F1F0D50-1661-C37E-49DE-287BE9E6EF22}"/>
              </a:ext>
            </a:extLst>
          </p:cNvPr>
          <p:cNvCxnSpPr>
            <a:cxnSpLocks/>
          </p:cNvCxnSpPr>
          <p:nvPr/>
        </p:nvCxnSpPr>
        <p:spPr>
          <a:xfrm>
            <a:off x="803684" y="2510668"/>
            <a:ext cx="1291554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CA7CBF4B-6C94-D259-E055-77830FDEFF5D}"/>
              </a:ext>
            </a:extLst>
          </p:cNvPr>
          <p:cNvCxnSpPr>
            <a:cxnSpLocks/>
          </p:cNvCxnSpPr>
          <p:nvPr/>
        </p:nvCxnSpPr>
        <p:spPr>
          <a:xfrm>
            <a:off x="782409" y="3389048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65024328-9C09-FF40-B453-2E34C2128E87}"/>
              </a:ext>
            </a:extLst>
          </p:cNvPr>
          <p:cNvCxnSpPr>
            <a:cxnSpLocks/>
          </p:cNvCxnSpPr>
          <p:nvPr/>
        </p:nvCxnSpPr>
        <p:spPr>
          <a:xfrm>
            <a:off x="782409" y="3151558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E1004403-8F08-AE74-7A75-F64C28B25F9B}"/>
              </a:ext>
            </a:extLst>
          </p:cNvPr>
          <p:cNvCxnSpPr>
            <a:cxnSpLocks/>
          </p:cNvCxnSpPr>
          <p:nvPr/>
        </p:nvCxnSpPr>
        <p:spPr>
          <a:xfrm>
            <a:off x="782409" y="2930101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56">
            <a:extLst>
              <a:ext uri="{FF2B5EF4-FFF2-40B4-BE49-F238E27FC236}">
                <a16:creationId xmlns:a16="http://schemas.microsoft.com/office/drawing/2014/main" id="{07252B0F-6977-0ACB-3560-B03F3C387FC5}"/>
              </a:ext>
            </a:extLst>
          </p:cNvPr>
          <p:cNvCxnSpPr>
            <a:cxnSpLocks/>
          </p:cNvCxnSpPr>
          <p:nvPr/>
        </p:nvCxnSpPr>
        <p:spPr>
          <a:xfrm>
            <a:off x="782409" y="2718964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29BD9619-F7DF-0152-E96C-03EE8BCDF7EA}"/>
              </a:ext>
            </a:extLst>
          </p:cNvPr>
          <p:cNvCxnSpPr>
            <a:cxnSpLocks/>
          </p:cNvCxnSpPr>
          <p:nvPr/>
        </p:nvCxnSpPr>
        <p:spPr>
          <a:xfrm>
            <a:off x="782409" y="3626431"/>
            <a:ext cx="1308194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08FBB905-1B0D-D828-258F-48D01B1FF873}"/>
              </a:ext>
            </a:extLst>
          </p:cNvPr>
          <p:cNvCxnSpPr>
            <a:cxnSpLocks/>
          </p:cNvCxnSpPr>
          <p:nvPr/>
        </p:nvCxnSpPr>
        <p:spPr>
          <a:xfrm>
            <a:off x="761134" y="4504811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8438FBDF-13B2-C447-5515-C606F17E2496}"/>
              </a:ext>
            </a:extLst>
          </p:cNvPr>
          <p:cNvCxnSpPr>
            <a:cxnSpLocks/>
          </p:cNvCxnSpPr>
          <p:nvPr/>
        </p:nvCxnSpPr>
        <p:spPr>
          <a:xfrm>
            <a:off x="761134" y="4267321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5276A58C-7E83-6268-4023-489A8D5BA233}"/>
              </a:ext>
            </a:extLst>
          </p:cNvPr>
          <p:cNvCxnSpPr>
            <a:cxnSpLocks/>
          </p:cNvCxnSpPr>
          <p:nvPr/>
        </p:nvCxnSpPr>
        <p:spPr>
          <a:xfrm>
            <a:off x="761134" y="4045864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C34E5183-6BEC-6CF7-DF10-CCAA2D582C8E}"/>
              </a:ext>
            </a:extLst>
          </p:cNvPr>
          <p:cNvCxnSpPr>
            <a:cxnSpLocks/>
          </p:cNvCxnSpPr>
          <p:nvPr/>
        </p:nvCxnSpPr>
        <p:spPr>
          <a:xfrm>
            <a:off x="761134" y="3834727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>
            <a:extLst>
              <a:ext uri="{FF2B5EF4-FFF2-40B4-BE49-F238E27FC236}">
                <a16:creationId xmlns:a16="http://schemas.microsoft.com/office/drawing/2014/main" id="{CC00D4D7-E369-EE08-FE3B-B6CDBF24D155}"/>
              </a:ext>
            </a:extLst>
          </p:cNvPr>
          <p:cNvCxnSpPr>
            <a:cxnSpLocks/>
          </p:cNvCxnSpPr>
          <p:nvPr/>
        </p:nvCxnSpPr>
        <p:spPr>
          <a:xfrm>
            <a:off x="803683" y="4683918"/>
            <a:ext cx="1286919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785E0AA0-4E6E-FAD3-5967-009F37EE1D13}"/>
              </a:ext>
            </a:extLst>
          </p:cNvPr>
          <p:cNvCxnSpPr>
            <a:cxnSpLocks/>
          </p:cNvCxnSpPr>
          <p:nvPr/>
        </p:nvCxnSpPr>
        <p:spPr>
          <a:xfrm>
            <a:off x="761134" y="323713"/>
            <a:ext cx="1334104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68">
            <a:extLst>
              <a:ext uri="{FF2B5EF4-FFF2-40B4-BE49-F238E27FC236}">
                <a16:creationId xmlns:a16="http://schemas.microsoft.com/office/drawing/2014/main" id="{20CF6D7C-6344-2D9D-13E5-9F672BCE930B}"/>
              </a:ext>
            </a:extLst>
          </p:cNvPr>
          <p:cNvCxnSpPr>
            <a:cxnSpLocks/>
          </p:cNvCxnSpPr>
          <p:nvPr/>
        </p:nvCxnSpPr>
        <p:spPr>
          <a:xfrm>
            <a:off x="782409" y="1202096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id="{11C24872-376A-140E-3AD5-232C49B1C8A0}"/>
              </a:ext>
            </a:extLst>
          </p:cNvPr>
          <p:cNvCxnSpPr>
            <a:cxnSpLocks/>
          </p:cNvCxnSpPr>
          <p:nvPr/>
        </p:nvCxnSpPr>
        <p:spPr>
          <a:xfrm>
            <a:off x="782409" y="964606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>
            <a:extLst>
              <a:ext uri="{FF2B5EF4-FFF2-40B4-BE49-F238E27FC236}">
                <a16:creationId xmlns:a16="http://schemas.microsoft.com/office/drawing/2014/main" id="{F3582E11-B870-9033-1F22-B2901631D7DF}"/>
              </a:ext>
            </a:extLst>
          </p:cNvPr>
          <p:cNvCxnSpPr>
            <a:cxnSpLocks/>
          </p:cNvCxnSpPr>
          <p:nvPr/>
        </p:nvCxnSpPr>
        <p:spPr>
          <a:xfrm>
            <a:off x="782409" y="743149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>
            <a:extLst>
              <a:ext uri="{FF2B5EF4-FFF2-40B4-BE49-F238E27FC236}">
                <a16:creationId xmlns:a16="http://schemas.microsoft.com/office/drawing/2014/main" id="{440817C8-7EC9-B5A8-C3BE-11A2BFCF3BC0}"/>
              </a:ext>
            </a:extLst>
          </p:cNvPr>
          <p:cNvCxnSpPr>
            <a:cxnSpLocks/>
          </p:cNvCxnSpPr>
          <p:nvPr/>
        </p:nvCxnSpPr>
        <p:spPr>
          <a:xfrm>
            <a:off x="782409" y="532012"/>
            <a:ext cx="258856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C750E088-B88B-A0F4-5C46-63BA74A8078E}"/>
              </a:ext>
            </a:extLst>
          </p:cNvPr>
          <p:cNvSpPr txBox="1"/>
          <p:nvPr/>
        </p:nvSpPr>
        <p:spPr>
          <a:xfrm>
            <a:off x="2080823" y="141300"/>
            <a:ext cx="776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69F173D4-93FD-4DDE-7678-02628BBD4B9D}"/>
              </a:ext>
            </a:extLst>
          </p:cNvPr>
          <p:cNvSpPr txBox="1"/>
          <p:nvPr/>
        </p:nvSpPr>
        <p:spPr>
          <a:xfrm>
            <a:off x="2053552" y="3440606"/>
            <a:ext cx="7556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25</a:t>
            </a:r>
            <a:endParaRPr lang="en-CA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07A3A413-E6B2-1C56-C3CC-7D464C44A593}"/>
              </a:ext>
            </a:extLst>
          </p:cNvPr>
          <p:cNvSpPr txBox="1"/>
          <p:nvPr/>
        </p:nvSpPr>
        <p:spPr>
          <a:xfrm>
            <a:off x="2090603" y="4496304"/>
            <a:ext cx="6543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en-CA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D66625A6-F636-1A8E-1AC5-A0C7D1162D94}"/>
              </a:ext>
            </a:extLst>
          </p:cNvPr>
          <p:cNvSpPr txBox="1"/>
          <p:nvPr/>
        </p:nvSpPr>
        <p:spPr>
          <a:xfrm>
            <a:off x="2090603" y="2328727"/>
            <a:ext cx="574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endParaRPr lang="en-CA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D4D17D66-5E8D-117B-2CA3-CF895C17EDB9}"/>
              </a:ext>
            </a:extLst>
          </p:cNvPr>
          <p:cNvSpPr txBox="1"/>
          <p:nvPr/>
        </p:nvSpPr>
        <p:spPr>
          <a:xfrm>
            <a:off x="2090602" y="1195088"/>
            <a:ext cx="574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75</a:t>
            </a:r>
          </a:p>
        </p:txBody>
      </p:sp>
      <p:cxnSp>
        <p:nvCxnSpPr>
          <p:cNvPr id="85" name="Connecteur droit 84">
            <a:extLst>
              <a:ext uri="{FF2B5EF4-FFF2-40B4-BE49-F238E27FC236}">
                <a16:creationId xmlns:a16="http://schemas.microsoft.com/office/drawing/2014/main" id="{D0419EAB-58E3-0C9D-FA21-A6EFB8B58D07}"/>
              </a:ext>
            </a:extLst>
          </p:cNvPr>
          <p:cNvCxnSpPr>
            <a:cxnSpLocks/>
          </p:cNvCxnSpPr>
          <p:nvPr/>
        </p:nvCxnSpPr>
        <p:spPr>
          <a:xfrm>
            <a:off x="802114" y="1664909"/>
            <a:ext cx="901148" cy="0"/>
          </a:xfrm>
          <a:prstGeom prst="line">
            <a:avLst/>
          </a:prstGeom>
          <a:ln w="38100">
            <a:solidFill>
              <a:srgbClr val="64310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0598E804-5787-EF75-A611-B246F97C5A76}"/>
              </a:ext>
            </a:extLst>
          </p:cNvPr>
          <p:cNvSpPr/>
          <p:nvPr/>
        </p:nvSpPr>
        <p:spPr>
          <a:xfrm>
            <a:off x="791213" y="331300"/>
            <a:ext cx="912049" cy="4352618"/>
          </a:xfrm>
          <a:prstGeom prst="roundRect">
            <a:avLst>
              <a:gd name="adj" fmla="val 0"/>
            </a:avLst>
          </a:prstGeom>
          <a:noFill/>
          <a:ln w="63500">
            <a:solidFill>
              <a:srgbClr val="43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4" name="Triangle isocèle 83">
            <a:extLst>
              <a:ext uri="{FF2B5EF4-FFF2-40B4-BE49-F238E27FC236}">
                <a16:creationId xmlns:a16="http://schemas.microsoft.com/office/drawing/2014/main" id="{26814575-C828-9E67-19ED-7A67DC80BFD1}"/>
              </a:ext>
            </a:extLst>
          </p:cNvPr>
          <p:cNvSpPr/>
          <p:nvPr/>
        </p:nvSpPr>
        <p:spPr>
          <a:xfrm rot="16200000">
            <a:off x="1709247" y="1573104"/>
            <a:ext cx="246528" cy="177132"/>
          </a:xfrm>
          <a:prstGeom prst="triangle">
            <a:avLst>
              <a:gd name="adj" fmla="val 49774"/>
            </a:avLst>
          </a:prstGeom>
          <a:ln w="3810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5990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2555159-C2BB-4DBE-5396-731C16B17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9651"/>
            <a:ext cx="12192000" cy="6598698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7CE7DEF-91F6-8B33-A624-3217C2851430}"/>
              </a:ext>
            </a:extLst>
          </p:cNvPr>
          <p:cNvSpPr/>
          <p:nvPr/>
        </p:nvSpPr>
        <p:spPr>
          <a:xfrm>
            <a:off x="0" y="457200"/>
            <a:ext cx="538480" cy="5984240"/>
          </a:xfrm>
          <a:prstGeom prst="roundRect">
            <a:avLst>
              <a:gd name="adj" fmla="val 0"/>
            </a:avLst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B7696919-AB0B-CB43-7947-AA1B322F89AE}"/>
              </a:ext>
            </a:extLst>
          </p:cNvPr>
          <p:cNvSpPr/>
          <p:nvPr/>
        </p:nvSpPr>
        <p:spPr>
          <a:xfrm>
            <a:off x="0" y="6532881"/>
            <a:ext cx="11948160" cy="195468"/>
          </a:xfrm>
          <a:prstGeom prst="roundRect">
            <a:avLst>
              <a:gd name="adj" fmla="val 5346"/>
            </a:avLst>
          </a:prstGeom>
          <a:solidFill>
            <a:schemeClr val="accent5">
              <a:lumMod val="40000"/>
              <a:lumOff val="60000"/>
              <a:alpha val="25000"/>
            </a:schemeClr>
          </a:solidFill>
          <a:ln>
            <a:solidFill>
              <a:srgbClr val="FF0000">
                <a:alpha val="2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Status bar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1F8BDC99-8F4A-48A9-0806-3F6CED7075B7}"/>
              </a:ext>
            </a:extLst>
          </p:cNvPr>
          <p:cNvSpPr/>
          <p:nvPr/>
        </p:nvSpPr>
        <p:spPr>
          <a:xfrm>
            <a:off x="531812" y="457200"/>
            <a:ext cx="11409680" cy="5991942"/>
          </a:xfrm>
          <a:prstGeom prst="roundRect">
            <a:avLst>
              <a:gd name="adj" fmla="val 0"/>
            </a:avLst>
          </a:prstGeom>
          <a:solidFill>
            <a:schemeClr val="accent1"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>
                <a:solidFill>
                  <a:srgbClr val="FF0000"/>
                </a:solidFill>
              </a:rPr>
              <a:t>DASHBOARD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E00549-A450-FA64-4BE5-E34EA348A3B0}"/>
              </a:ext>
            </a:extLst>
          </p:cNvPr>
          <p:cNvSpPr txBox="1"/>
          <p:nvPr/>
        </p:nvSpPr>
        <p:spPr>
          <a:xfrm rot="18419661">
            <a:off x="-157480" y="39482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Sidebar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D527F47-B1BB-AE43-9EFD-A9CB6F3984EB}"/>
              </a:ext>
            </a:extLst>
          </p:cNvPr>
          <p:cNvSpPr txBox="1"/>
          <p:nvPr/>
        </p:nvSpPr>
        <p:spPr>
          <a:xfrm>
            <a:off x="4864100" y="2017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Menu bar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1161226-DF20-7233-3CF8-F7D193BA2C46}"/>
              </a:ext>
            </a:extLst>
          </p:cNvPr>
          <p:cNvSpPr txBox="1"/>
          <p:nvPr/>
        </p:nvSpPr>
        <p:spPr>
          <a:xfrm>
            <a:off x="9644379" y="825479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Variable list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A90744C7-18D8-13D0-D6EE-6D60B549423C}"/>
              </a:ext>
            </a:extLst>
          </p:cNvPr>
          <p:cNvCxnSpPr>
            <a:cxnSpLocks/>
          </p:cNvCxnSpPr>
          <p:nvPr/>
        </p:nvCxnSpPr>
        <p:spPr>
          <a:xfrm flipV="1">
            <a:off x="10753725" y="744636"/>
            <a:ext cx="1103948" cy="23473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B0C3522A-5663-CB18-D4D9-97978B132405}"/>
              </a:ext>
            </a:extLst>
          </p:cNvPr>
          <p:cNvSpPr txBox="1"/>
          <p:nvPr/>
        </p:nvSpPr>
        <p:spPr>
          <a:xfrm>
            <a:off x="1306193" y="876277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Single instance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D3CE282-434E-99B0-B38D-C607DC6AF49A}"/>
              </a:ext>
            </a:extLst>
          </p:cNvPr>
          <p:cNvSpPr txBox="1"/>
          <p:nvPr/>
        </p:nvSpPr>
        <p:spPr>
          <a:xfrm>
            <a:off x="1306194" y="1814315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Multi instance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ACDD1501-75DE-6117-BC22-9EF6E61394AC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62000" y="1968203"/>
            <a:ext cx="544194" cy="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9BE5135-4054-7F5C-5ECB-D89829AFF3A2}"/>
              </a:ext>
            </a:extLst>
          </p:cNvPr>
          <p:cNvCxnSpPr>
            <a:cxnSpLocks/>
          </p:cNvCxnSpPr>
          <p:nvPr/>
        </p:nvCxnSpPr>
        <p:spPr>
          <a:xfrm flipH="1">
            <a:off x="749379" y="1030165"/>
            <a:ext cx="569436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563CD4DF-C06E-C9F8-83F1-DAE8849C7267}"/>
              </a:ext>
            </a:extLst>
          </p:cNvPr>
          <p:cNvCxnSpPr>
            <a:cxnSpLocks/>
          </p:cNvCxnSpPr>
          <p:nvPr/>
        </p:nvCxnSpPr>
        <p:spPr>
          <a:xfrm flipH="1">
            <a:off x="0" y="1381125"/>
            <a:ext cx="5384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4F067D9-2C62-9BD8-5E60-C05223DC9FAB}"/>
              </a:ext>
            </a:extLst>
          </p:cNvPr>
          <p:cNvCxnSpPr>
            <a:cxnSpLocks/>
          </p:cNvCxnSpPr>
          <p:nvPr/>
        </p:nvCxnSpPr>
        <p:spPr>
          <a:xfrm flipH="1">
            <a:off x="0" y="2741612"/>
            <a:ext cx="53181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151BA56F-C5B2-3C29-8BC7-CDEF9C55E002}"/>
              </a:ext>
            </a:extLst>
          </p:cNvPr>
          <p:cNvSpPr txBox="1"/>
          <p:nvPr/>
        </p:nvSpPr>
        <p:spPr>
          <a:xfrm>
            <a:off x="545149" y="5403914"/>
            <a:ext cx="1251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Client/Server  comm.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8441340-7842-C899-C4E2-E329D7B0DA12}"/>
              </a:ext>
            </a:extLst>
          </p:cNvPr>
          <p:cNvSpPr txBox="1"/>
          <p:nvPr/>
        </p:nvSpPr>
        <p:spPr>
          <a:xfrm>
            <a:off x="1318815" y="4911272"/>
            <a:ext cx="13950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comm. link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4928E59-C762-6AD7-C5DA-B6DDA78E094B}"/>
              </a:ext>
            </a:extLst>
          </p:cNvPr>
          <p:cNvSpPr txBox="1"/>
          <p:nvPr/>
        </p:nvSpPr>
        <p:spPr>
          <a:xfrm>
            <a:off x="2031919" y="5445523"/>
            <a:ext cx="1124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</a:t>
            </a:r>
          </a:p>
          <a:p>
            <a:pPr algn="ctr"/>
            <a:r>
              <a:rPr lang="en-CA" sz="1200" dirty="0">
                <a:solidFill>
                  <a:srgbClr val="FF0000"/>
                </a:solidFill>
              </a:rPr>
              <a:t>Comm.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A25DF06D-06AF-2A04-58B9-F1F6DED55B45}"/>
              </a:ext>
            </a:extLst>
          </p:cNvPr>
          <p:cNvSpPr txBox="1"/>
          <p:nvPr/>
        </p:nvSpPr>
        <p:spPr>
          <a:xfrm>
            <a:off x="2981079" y="5079609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 Loaded SFD</a:t>
            </a:r>
          </a:p>
        </p:txBody>
      </p: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E4D198C3-205A-E2F1-5586-06B932BEB398}"/>
              </a:ext>
            </a:extLst>
          </p:cNvPr>
          <p:cNvCxnSpPr>
            <a:cxnSpLocks/>
            <a:stCxn id="45" idx="2"/>
          </p:cNvCxnSpPr>
          <p:nvPr/>
        </p:nvCxnSpPr>
        <p:spPr>
          <a:xfrm flipH="1">
            <a:off x="635773" y="5865579"/>
            <a:ext cx="535327" cy="700017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FC1EACDF-8453-3EB1-1C5A-47B96C5AB6D7}"/>
              </a:ext>
            </a:extLst>
          </p:cNvPr>
          <p:cNvCxnSpPr>
            <a:cxnSpLocks/>
          </p:cNvCxnSpPr>
          <p:nvPr/>
        </p:nvCxnSpPr>
        <p:spPr>
          <a:xfrm flipH="1">
            <a:off x="1516380" y="5363412"/>
            <a:ext cx="377964" cy="120155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E15BB5BA-AE57-3413-4A0C-54811F1A1DCF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2351502" y="5907188"/>
            <a:ext cx="242433" cy="66897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1A5EE17C-0CA0-1DB7-45B4-5AFA9FBF47AB}"/>
              </a:ext>
            </a:extLst>
          </p:cNvPr>
          <p:cNvCxnSpPr>
            <a:cxnSpLocks/>
          </p:cNvCxnSpPr>
          <p:nvPr/>
        </p:nvCxnSpPr>
        <p:spPr>
          <a:xfrm flipH="1">
            <a:off x="3467611" y="5557602"/>
            <a:ext cx="96976" cy="103048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F75DD10D-811B-C631-0D78-A1F2DCB9EF66}"/>
              </a:ext>
            </a:extLst>
          </p:cNvPr>
          <p:cNvSpPr txBox="1"/>
          <p:nvPr/>
        </p:nvSpPr>
        <p:spPr>
          <a:xfrm>
            <a:off x="4103067" y="5260857"/>
            <a:ext cx="1070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Device Datalogger state</a:t>
            </a:r>
          </a:p>
        </p:txBody>
      </p: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B6657CAC-E3AC-0424-CDCE-B3277E813655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4511703" y="5907188"/>
            <a:ext cx="126384" cy="65778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9708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890FDCE-DDC0-EE73-BE0F-A8CA6F475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625" y="323416"/>
            <a:ext cx="3943900" cy="621116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E56CDCA-C272-9E43-FB8E-8E10472E4A76}"/>
              </a:ext>
            </a:extLst>
          </p:cNvPr>
          <p:cNvSpPr txBox="1"/>
          <p:nvPr/>
        </p:nvSpPr>
        <p:spPr>
          <a:xfrm>
            <a:off x="6094095" y="1087874"/>
            <a:ext cx="2476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hash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Name set in the firmware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Architecture pointer size</a:t>
            </a:r>
          </a:p>
          <a:p>
            <a:endParaRPr lang="en-CA" sz="1200" dirty="0">
              <a:solidFill>
                <a:schemeClr val="accent1"/>
              </a:solidFill>
            </a:endParaRP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011D599-9A3A-F687-8EA4-B93885670F10}"/>
              </a:ext>
            </a:extLst>
          </p:cNvPr>
          <p:cNvSpPr txBox="1"/>
          <p:nvPr/>
        </p:nvSpPr>
        <p:spPr>
          <a:xfrm>
            <a:off x="6094095" y="1873270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Compile time features enabled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(see instrumentation guide)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9DD11F5-82DA-8483-0F22-B159320289AA}"/>
              </a:ext>
            </a:extLst>
          </p:cNvPr>
          <p:cNvSpPr txBox="1"/>
          <p:nvPr/>
        </p:nvSpPr>
        <p:spPr>
          <a:xfrm>
            <a:off x="6096000" y="2450352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Protected memory regions defined in the firmware (if any)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0D4C973-B6B0-EE80-7D26-212FFA778F2A}"/>
              </a:ext>
            </a:extLst>
          </p:cNvPr>
          <p:cNvSpPr txBox="1"/>
          <p:nvPr/>
        </p:nvSpPr>
        <p:spPr>
          <a:xfrm>
            <a:off x="6094095" y="3638824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Communication parameters set in the firmware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46356CB-7CC4-4EDD-D4DA-20A325C32156}"/>
              </a:ext>
            </a:extLst>
          </p:cNvPr>
          <p:cNvSpPr txBox="1"/>
          <p:nvPr/>
        </p:nvSpPr>
        <p:spPr>
          <a:xfrm>
            <a:off x="6094095" y="4271494"/>
            <a:ext cx="1849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timeouts (compile-time constants)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7177C276-5E60-8E78-FA9D-B811F5BFAB0C}"/>
              </a:ext>
            </a:extLst>
          </p:cNvPr>
          <p:cNvCxnSpPr>
            <a:cxnSpLocks/>
          </p:cNvCxnSpPr>
          <p:nvPr/>
        </p:nvCxnSpPr>
        <p:spPr>
          <a:xfrm flipH="1">
            <a:off x="4063365" y="1411797"/>
            <a:ext cx="2038350" cy="2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7FB4CA50-DB36-2173-12A5-7888C7E37B98}"/>
              </a:ext>
            </a:extLst>
          </p:cNvPr>
          <p:cNvCxnSpPr>
            <a:cxnSpLocks/>
          </p:cNvCxnSpPr>
          <p:nvPr/>
        </p:nvCxnSpPr>
        <p:spPr>
          <a:xfrm flipH="1" flipV="1">
            <a:off x="3695700" y="1596230"/>
            <a:ext cx="2400300" cy="12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BE2097CB-D9A0-16B8-96BD-E5788A1FF56B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505325" y="2104103"/>
            <a:ext cx="15887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AE6CA849-F084-3602-1721-E6A1F4FFF261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3695700" y="2681185"/>
            <a:ext cx="240030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7581825-A114-38CC-3E99-F925C778E91B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3595825" y="4502327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F311C648-2FB6-C158-74F8-B829060F2077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3595825" y="3869657"/>
            <a:ext cx="24982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8C243B74-CB26-BDF5-522D-0B0FE2AFB7C3}"/>
              </a:ext>
            </a:extLst>
          </p:cNvPr>
          <p:cNvCxnSpPr>
            <a:cxnSpLocks/>
          </p:cNvCxnSpPr>
          <p:nvPr/>
        </p:nvCxnSpPr>
        <p:spPr>
          <a:xfrm flipH="1">
            <a:off x="5133975" y="1221196"/>
            <a:ext cx="960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>
            <a:extLst>
              <a:ext uri="{FF2B5EF4-FFF2-40B4-BE49-F238E27FC236}">
                <a16:creationId xmlns:a16="http://schemas.microsoft.com/office/drawing/2014/main" id="{2A09E000-BB1B-3F92-D836-75373343838D}"/>
              </a:ext>
            </a:extLst>
          </p:cNvPr>
          <p:cNvSpPr txBox="1"/>
          <p:nvPr/>
        </p:nvSpPr>
        <p:spPr>
          <a:xfrm>
            <a:off x="6094094" y="5604177"/>
            <a:ext cx="18497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Datalogging configuration</a:t>
            </a:r>
          </a:p>
        </p:txBody>
      </p: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F5654439-1D05-A4D6-F8B9-86C00757BC82}"/>
              </a:ext>
            </a:extLst>
          </p:cNvPr>
          <p:cNvCxnSpPr>
            <a:cxnSpLocks/>
          </p:cNvCxnSpPr>
          <p:nvPr/>
        </p:nvCxnSpPr>
        <p:spPr>
          <a:xfrm flipH="1">
            <a:off x="3457575" y="5776135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4794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C3753BE-E7E8-0AE1-BB45-95966A2A3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082" y="480686"/>
            <a:ext cx="6735115" cy="46774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DA519D9-BA4C-84D0-9FA5-B86E62127C36}"/>
              </a:ext>
            </a:extLst>
          </p:cNvPr>
          <p:cNvSpPr txBox="1"/>
          <p:nvPr/>
        </p:nvSpPr>
        <p:spPr>
          <a:xfrm>
            <a:off x="4210050" y="1238250"/>
            <a:ext cx="1028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Pointed Var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60644AB-2972-09EE-F04D-28D16357C6AE}"/>
              </a:ext>
            </a:extLst>
          </p:cNvPr>
          <p:cNvCxnSpPr>
            <a:stCxn id="6" idx="1"/>
          </p:cNvCxnSpPr>
          <p:nvPr/>
        </p:nvCxnSpPr>
        <p:spPr>
          <a:xfrm flipH="1">
            <a:off x="2838450" y="1392139"/>
            <a:ext cx="1371600" cy="84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FE36A922-4276-3B0B-F0BA-71A8E1C2507D}"/>
              </a:ext>
            </a:extLst>
          </p:cNvPr>
          <p:cNvSpPr txBox="1"/>
          <p:nvPr/>
        </p:nvSpPr>
        <p:spPr>
          <a:xfrm>
            <a:off x="4713327" y="1566565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Pointer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55D8DAA8-24EE-3BE1-023A-2238074FF4B7}"/>
              </a:ext>
            </a:extLst>
          </p:cNvPr>
          <p:cNvCxnSpPr>
            <a:cxnSpLocks/>
          </p:cNvCxnSpPr>
          <p:nvPr/>
        </p:nvCxnSpPr>
        <p:spPr>
          <a:xfrm flipH="1">
            <a:off x="3971925" y="1804690"/>
            <a:ext cx="741402" cy="110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6282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185E5E0-41F8-AF47-E5A2-EABE730AF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990259"/>
            <a:ext cx="10383699" cy="487748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F13000C-02BF-97DB-10E2-57A5DEF9A76F}"/>
              </a:ext>
            </a:extLst>
          </p:cNvPr>
          <p:cNvSpPr txBox="1"/>
          <p:nvPr/>
        </p:nvSpPr>
        <p:spPr>
          <a:xfrm>
            <a:off x="6886575" y="990259"/>
            <a:ext cx="731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Toolbar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9E11284-BE80-2DBC-160B-4C78782435A4}"/>
              </a:ext>
            </a:extLst>
          </p:cNvPr>
          <p:cNvSpPr txBox="1"/>
          <p:nvPr/>
        </p:nvSpPr>
        <p:spPr>
          <a:xfrm>
            <a:off x="2756048" y="1033122"/>
            <a:ext cx="541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Stats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F70261C9-7217-F1A9-3A3A-EA5B89D4759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619750" y="1144148"/>
            <a:ext cx="1266825" cy="341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60A4FAAD-4BCE-922B-239C-1D123219071A}"/>
              </a:ext>
            </a:extLst>
          </p:cNvPr>
          <p:cNvCxnSpPr>
            <a:cxnSpLocks/>
          </p:cNvCxnSpPr>
          <p:nvPr/>
        </p:nvCxnSpPr>
        <p:spPr>
          <a:xfrm flipH="1">
            <a:off x="2381250" y="1298036"/>
            <a:ext cx="374798" cy="368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626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9D358124-D6B5-D1AA-7A45-948571992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47" y="461777"/>
            <a:ext cx="3258005" cy="265784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848044F-07ED-9138-7BB3-1AF7246ECC0F}"/>
              </a:ext>
            </a:extLst>
          </p:cNvPr>
          <p:cNvSpPr txBox="1"/>
          <p:nvPr/>
        </p:nvSpPr>
        <p:spPr>
          <a:xfrm>
            <a:off x="4646295" y="1950392"/>
            <a:ext cx="1525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Moving window size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(GUI Limit)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5F517BDC-5D6B-1866-7F7A-171040827619}"/>
              </a:ext>
            </a:extLst>
          </p:cNvPr>
          <p:cNvCxnSpPr>
            <a:cxnSpLocks/>
          </p:cNvCxnSpPr>
          <p:nvPr/>
        </p:nvCxnSpPr>
        <p:spPr>
          <a:xfrm flipH="1">
            <a:off x="3324225" y="2181225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F1BBD6F7-0CFC-F71F-BC4D-0526D0BB0B88}"/>
              </a:ext>
            </a:extLst>
          </p:cNvPr>
          <p:cNvSpPr txBox="1"/>
          <p:nvPr/>
        </p:nvSpPr>
        <p:spPr>
          <a:xfrm>
            <a:off x="4646295" y="1112192"/>
            <a:ext cx="15259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MyGraph_0000.csv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MyGraph_0001.csv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…</a:t>
            </a: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1CAEB01B-3C80-FA69-0BBF-F94E9D6F9931}"/>
              </a:ext>
            </a:extLst>
          </p:cNvPr>
          <p:cNvCxnSpPr>
            <a:cxnSpLocks/>
          </p:cNvCxnSpPr>
          <p:nvPr/>
        </p:nvCxnSpPr>
        <p:spPr>
          <a:xfrm flipH="1">
            <a:off x="3324225" y="1352549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089DA399-8D32-6739-57E1-CC5D8D88E5DC}"/>
              </a:ext>
            </a:extLst>
          </p:cNvPr>
          <p:cNvGrpSpPr/>
          <p:nvPr/>
        </p:nvGrpSpPr>
        <p:grpSpPr>
          <a:xfrm>
            <a:off x="4400131" y="3781425"/>
            <a:ext cx="6001588" cy="2567199"/>
            <a:chOff x="4400131" y="3781425"/>
            <a:chExt cx="6001588" cy="2567199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C22ECDFB-BE0D-E755-1A99-8C10AB66A4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5522"/>
            <a:stretch>
              <a:fillRect/>
            </a:stretch>
          </p:blipFill>
          <p:spPr>
            <a:xfrm>
              <a:off x="4400131" y="3781425"/>
              <a:ext cx="6001588" cy="2567199"/>
            </a:xfrm>
            <a:prstGeom prst="rect">
              <a:avLst/>
            </a:prstGeom>
          </p:spPr>
        </p:pic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A791B99C-0AA8-04EE-079A-73DFBFCF299B}"/>
                </a:ext>
              </a:extLst>
            </p:cNvPr>
            <p:cNvSpPr/>
            <p:nvPr/>
          </p:nvSpPr>
          <p:spPr>
            <a:xfrm rot="19987058">
              <a:off x="9528978" y="3880858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8B7490E-74E6-3560-6ECC-1CA0E42F7B80}"/>
                </a:ext>
              </a:extLst>
            </p:cNvPr>
            <p:cNvSpPr/>
            <p:nvPr/>
          </p:nvSpPr>
          <p:spPr>
            <a:xfrm rot="19987058">
              <a:off x="9528979" y="4649122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0980596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9A279E6-A31B-D63E-D094-5A9C6A061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302" y="1104611"/>
            <a:ext cx="6601746" cy="413442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61A756C-3B4A-C495-8CCF-1B63BFB16BEB}"/>
              </a:ext>
            </a:extLst>
          </p:cNvPr>
          <p:cNvSpPr txBox="1"/>
          <p:nvPr/>
        </p:nvSpPr>
        <p:spPr>
          <a:xfrm>
            <a:off x="2622698" y="1618962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Upload: GUI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Server</a:t>
            </a:r>
            <a:endParaRPr lang="en-CA" sz="1400" dirty="0">
              <a:solidFill>
                <a:schemeClr val="accent1"/>
              </a:solidFill>
            </a:endParaRP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AC0E080-37BF-D5AC-DD84-FECC7014C00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1657350" y="1618962"/>
            <a:ext cx="965348" cy="15388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60C6FFA1-8D56-8CCE-220C-E4742B167899}"/>
              </a:ext>
            </a:extLst>
          </p:cNvPr>
          <p:cNvSpPr txBox="1"/>
          <p:nvPr/>
        </p:nvSpPr>
        <p:spPr>
          <a:xfrm>
            <a:off x="5694481" y="1618961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Download: Server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</a:t>
            </a:r>
            <a:r>
              <a:rPr lang="en-CA" sz="1400" dirty="0">
                <a:solidFill>
                  <a:schemeClr val="accent1"/>
                </a:solidFill>
              </a:rPr>
              <a:t>GUI 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FABE117C-34D1-F22D-A00F-7A69A3630F4E}"/>
              </a:ext>
            </a:extLst>
          </p:cNvPr>
          <p:cNvCxnSpPr>
            <a:cxnSpLocks/>
          </p:cNvCxnSpPr>
          <p:nvPr/>
        </p:nvCxnSpPr>
        <p:spPr>
          <a:xfrm flipH="1">
            <a:off x="4962525" y="1926738"/>
            <a:ext cx="1133475" cy="159751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81665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25337</TotalTime>
  <Words>141</Words>
  <Application>Microsoft Office PowerPoint</Application>
  <PresentationFormat>Grand écran</PresentationFormat>
  <Paragraphs>55</Paragraphs>
  <Slides>16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12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16</vt:i4>
      </vt:variant>
    </vt:vector>
  </HeadingPairs>
  <TitlesOfParts>
    <vt:vector size="30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Courier New</vt:lpstr>
      <vt:lpstr>DejaVu Sans</vt:lpstr>
      <vt:lpstr>Segoe UI</vt:lpstr>
      <vt:lpstr>Source Sans Pro Black</vt:lpstr>
      <vt:lpstr>Wingdings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73</cp:revision>
  <dcterms:created xsi:type="dcterms:W3CDTF">2025-01-18T08:02:18Z</dcterms:created>
  <dcterms:modified xsi:type="dcterms:W3CDTF">2026-05-04T04:07:58Z</dcterms:modified>
</cp:coreProperties>
</file>
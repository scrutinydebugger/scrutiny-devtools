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90FE"/>
    <a:srgbClr val="C6A0FE"/>
    <a:srgbClr val="E1A0FE"/>
    <a:srgbClr val="ED7D31"/>
    <a:srgbClr val="5B9BD5"/>
    <a:srgbClr val="8FAADC"/>
    <a:srgbClr val="EEB386"/>
    <a:srgbClr val="BE5E1F"/>
    <a:srgbClr val="2F528F"/>
    <a:srgbClr val="DB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8" y="9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2026-05-03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3615447" y="296302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6963331" y="296302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267563" y="296302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91379BB-3CF4-CFBE-9317-534D9B5B9F70}"/>
              </a:ext>
            </a:extLst>
          </p:cNvPr>
          <p:cNvSpPr/>
          <p:nvPr/>
        </p:nvSpPr>
        <p:spPr>
          <a:xfrm>
            <a:off x="267563" y="3672192"/>
            <a:ext cx="2589530" cy="2637534"/>
          </a:xfrm>
          <a:prstGeom prst="roundRect">
            <a:avLst/>
          </a:prstGeom>
          <a:solidFill>
            <a:srgbClr val="C6A0FE"/>
          </a:solidFill>
          <a:ln w="136525">
            <a:solidFill>
              <a:srgbClr val="7030A0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0000" dirty="0">
                <a:ln w="114300">
                  <a:solidFill>
                    <a:srgbClr val="7030A0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47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ln w="38100"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625771" y="541105"/>
              <a:ext cx="193540" cy="1128020"/>
            </a:xfrm>
            <a:prstGeom prst="triangle">
              <a:avLst>
                <a:gd name="adj" fmla="val 54925"/>
              </a:avLst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54564" y="2328870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sp>
        <p:nvSpPr>
          <p:cNvPr id="6" name="Ellipse 5">
            <a:extLst>
              <a:ext uri="{FF2B5EF4-FFF2-40B4-BE49-F238E27FC236}">
                <a16:creationId xmlns:a16="http://schemas.microsoft.com/office/drawing/2014/main" id="{D05D510F-54A0-8D0D-3136-D8F4D74AD65C}"/>
              </a:ext>
            </a:extLst>
          </p:cNvPr>
          <p:cNvSpPr/>
          <p:nvPr/>
        </p:nvSpPr>
        <p:spPr>
          <a:xfrm>
            <a:off x="228969" y="2782184"/>
            <a:ext cx="1479001" cy="1479001"/>
          </a:xfrm>
          <a:prstGeom prst="ellipse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1E1AED-C3EF-BF19-9201-2F49BCD9FCB0}"/>
              </a:ext>
            </a:extLst>
          </p:cNvPr>
          <p:cNvSpPr/>
          <p:nvPr/>
        </p:nvSpPr>
        <p:spPr>
          <a:xfrm>
            <a:off x="2179312" y="2782185"/>
            <a:ext cx="1479001" cy="1479001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525116F-C141-2417-437E-6CC138C3F83C}"/>
              </a:ext>
            </a:extLst>
          </p:cNvPr>
          <p:cNvCxnSpPr/>
          <p:nvPr/>
        </p:nvCxnSpPr>
        <p:spPr>
          <a:xfrm>
            <a:off x="4027251" y="2849711"/>
            <a:ext cx="1421166" cy="1421166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041141D-4854-1DB1-F50B-DBAD249CB5DD}"/>
              </a:ext>
            </a:extLst>
          </p:cNvPr>
          <p:cNvSpPr/>
          <p:nvPr/>
        </p:nvSpPr>
        <p:spPr>
          <a:xfrm>
            <a:off x="5699999" y="3036242"/>
            <a:ext cx="2514173" cy="990266"/>
          </a:xfrm>
          <a:prstGeom prst="roundRect">
            <a:avLst>
              <a:gd name="adj" fmla="val 0"/>
            </a:avLst>
          </a:prstGeom>
          <a:noFill/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83CACC3-949E-A13F-3EEE-63D73FE0B762}"/>
              </a:ext>
            </a:extLst>
          </p:cNvPr>
          <p:cNvGrpSpPr/>
          <p:nvPr/>
        </p:nvGrpSpPr>
        <p:grpSpPr>
          <a:xfrm>
            <a:off x="228969" y="4954046"/>
            <a:ext cx="1479001" cy="1479001"/>
            <a:chOff x="5265516" y="4849279"/>
            <a:chExt cx="1479001" cy="1479001"/>
          </a:xfrm>
        </p:grpSpPr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591C1CB-1084-A6EA-AACD-07A8E79C1507}"/>
                </a:ext>
              </a:extLst>
            </p:cNvPr>
            <p:cNvSpPr/>
            <p:nvPr/>
          </p:nvSpPr>
          <p:spPr>
            <a:xfrm>
              <a:off x="5265516" y="4849279"/>
              <a:ext cx="1479001" cy="1479001"/>
            </a:xfrm>
            <a:prstGeom prst="ellipse">
              <a:avLst/>
            </a:prstGeom>
            <a:solidFill>
              <a:srgbClr val="FF0000"/>
            </a:solidFill>
            <a:ln w="1270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9C10C05-4C56-4030-7994-34A165BE0900}"/>
                </a:ext>
              </a:extLst>
            </p:cNvPr>
            <p:cNvSpPr/>
            <p:nvPr/>
          </p:nvSpPr>
          <p:spPr>
            <a:xfrm>
              <a:off x="5324327" y="4898243"/>
              <a:ext cx="1359638" cy="138107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100000"/>
                    <a:alpha val="30000"/>
                  </a:schemeClr>
                </a:gs>
                <a:gs pos="15000">
                  <a:schemeClr val="bg1">
                    <a:lumMod val="100000"/>
                    <a:alpha val="3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127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25280</TotalTime>
  <Words>136</Words>
  <Application>Microsoft Office PowerPoint</Application>
  <PresentationFormat>Grand écran</PresentationFormat>
  <Paragraphs>50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15</vt:i4>
      </vt:variant>
    </vt:vector>
  </HeadingPairs>
  <TitlesOfParts>
    <vt:vector size="28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71</cp:revision>
  <dcterms:created xsi:type="dcterms:W3CDTF">2025-01-18T08:02:18Z</dcterms:created>
  <dcterms:modified xsi:type="dcterms:W3CDTF">2026-05-03T20:54:13Z</dcterms:modified>
</cp:coreProperties>
</file>
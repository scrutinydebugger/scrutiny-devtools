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3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74" r:id="rId12"/>
    <p:sldId id="268" r:id="rId13"/>
    <p:sldId id="275" r:id="rId14"/>
    <p:sldId id="276" r:id="rId15"/>
    <p:sldId id="277" r:id="rId16"/>
    <p:sldId id="278" r:id="rId17"/>
    <p:sldId id="269" r:id="rId18"/>
    <p:sldId id="270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125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  <a:srgbClr val="64310F"/>
    <a:srgbClr val="ED7D31"/>
    <a:srgbClr val="FFFFFF"/>
    <a:srgbClr val="434343"/>
    <a:srgbClr val="CE2E28"/>
    <a:srgbClr val="E0E000"/>
    <a:srgbClr val="63A11F"/>
    <a:srgbClr val="FF0000"/>
    <a:srgbClr val="3B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170" y="102"/>
      </p:cViewPr>
      <p:guideLst>
        <p:guide orient="horz" pos="2001"/>
        <p:guide pos="125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04C2-9749-44BA-8BF9-82B317B53FD5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88289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36EAC-24DD-AC3C-B596-846B3F25A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59CD6D8-84B2-CC9A-D00A-FCE8BC6F4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F498B6-39F4-E08B-8BE4-D64DAB4F1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CAD7C3-4785-D86F-E0A0-487372AA5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3304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AECF6-23E7-671C-CA2D-4132BBF2B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97A8ADE-786C-9437-AD43-92889D18D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47E14D4-2844-33F9-5617-F55C7EE35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4BB99F-13F9-2CF5-1A60-BB0E218A5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9020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D6E84-27A2-A270-D828-47172ED2C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1A70E4A-E578-6EFB-FAAA-5C1735028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6378BBF-1241-4DB0-7D58-6529830CA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6CEA23-D601-E0DA-CA58-33AC03A85A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5666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9A4-453C-659C-1C57-8EFCF0F3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1D814F6-4273-9EE2-CEB5-D9262B82D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8598EB5-5F9E-EC2C-352B-DFBF75253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29333E-BF29-374B-D623-D3CDF9BBD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3949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2026-05-22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3615447" y="296302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6963331" y="296302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267563" y="296302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91379BB-3CF4-CFBE-9317-534D9B5B9F70}"/>
              </a:ext>
            </a:extLst>
          </p:cNvPr>
          <p:cNvSpPr/>
          <p:nvPr/>
        </p:nvSpPr>
        <p:spPr>
          <a:xfrm>
            <a:off x="267563" y="3672192"/>
            <a:ext cx="2589530" cy="2637534"/>
          </a:xfrm>
          <a:prstGeom prst="roundRect">
            <a:avLst/>
          </a:prstGeom>
          <a:solidFill>
            <a:srgbClr val="C6A0FE"/>
          </a:solidFill>
          <a:ln w="136525">
            <a:solidFill>
              <a:srgbClr val="7030A0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0000" dirty="0">
                <a:ln w="114300">
                  <a:solidFill>
                    <a:srgbClr val="7030A0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7096498" y="4758549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e 45">
            <a:extLst>
              <a:ext uri="{FF2B5EF4-FFF2-40B4-BE49-F238E27FC236}">
                <a16:creationId xmlns:a16="http://schemas.microsoft.com/office/drawing/2014/main" id="{5D0E48A9-6DD0-1A8C-7367-1633D79465D7}"/>
              </a:ext>
            </a:extLst>
          </p:cNvPr>
          <p:cNvGrpSpPr/>
          <p:nvPr/>
        </p:nvGrpSpPr>
        <p:grpSpPr>
          <a:xfrm>
            <a:off x="8993505" y="239641"/>
            <a:ext cx="2875280" cy="2875280"/>
            <a:chOff x="8993505" y="239641"/>
            <a:chExt cx="2875280" cy="2875280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589D296-22A3-AF55-88DA-B5CF1293E986}"/>
                </a:ext>
              </a:extLst>
            </p:cNvPr>
            <p:cNvSpPr/>
            <p:nvPr/>
          </p:nvSpPr>
          <p:spPr>
            <a:xfrm>
              <a:off x="8993505" y="239641"/>
              <a:ext cx="2875280" cy="2875280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ED24C4-6932-CD0C-36E0-BDBFC8835E84}"/>
                </a:ext>
              </a:extLst>
            </p:cNvPr>
            <p:cNvSpPr/>
            <p:nvPr/>
          </p:nvSpPr>
          <p:spPr>
            <a:xfrm>
              <a:off x="9111347" y="362563"/>
              <a:ext cx="2629436" cy="2629436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40" name="Arc partiel 39">
              <a:extLst>
                <a:ext uri="{FF2B5EF4-FFF2-40B4-BE49-F238E27FC236}">
                  <a16:creationId xmlns:a16="http://schemas.microsoft.com/office/drawing/2014/main" id="{960BCF47-3D07-32AB-0394-249EE94A9F99}"/>
                </a:ext>
              </a:extLst>
            </p:cNvPr>
            <p:cNvSpPr/>
            <p:nvPr/>
          </p:nvSpPr>
          <p:spPr>
            <a:xfrm rot="10800000">
              <a:off x="9097374" y="358212"/>
              <a:ext cx="2624356" cy="2624356"/>
            </a:xfrm>
            <a:prstGeom prst="pie">
              <a:avLst>
                <a:gd name="adj1" fmla="val 9614698"/>
                <a:gd name="adj2" fmla="val 13441705"/>
              </a:avLst>
            </a:prstGeom>
            <a:solidFill>
              <a:srgbClr val="FF0000">
                <a:alpha val="51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4" name="Arc partiel 43">
              <a:extLst>
                <a:ext uri="{FF2B5EF4-FFF2-40B4-BE49-F238E27FC236}">
                  <a16:creationId xmlns:a16="http://schemas.microsoft.com/office/drawing/2014/main" id="{42731F46-9539-EBFC-3099-0696AC9F833A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11346" y="376900"/>
              <a:ext cx="2610383" cy="2610383"/>
            </a:xfrm>
            <a:prstGeom prst="pie">
              <a:avLst>
                <a:gd name="adj1" fmla="val 5505347"/>
                <a:gd name="adj2" fmla="val 9572217"/>
              </a:avLst>
            </a:prstGeom>
            <a:solidFill>
              <a:srgbClr val="FFFF00">
                <a:alpha val="51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5" name="Arc partiel 44">
              <a:extLst>
                <a:ext uri="{FF2B5EF4-FFF2-40B4-BE49-F238E27FC236}">
                  <a16:creationId xmlns:a16="http://schemas.microsoft.com/office/drawing/2014/main" id="{FCC95866-CD3F-9FEE-5292-5F74FBD6D56F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30399" y="376900"/>
              <a:ext cx="2591330" cy="2585472"/>
            </a:xfrm>
            <a:prstGeom prst="pie">
              <a:avLst>
                <a:gd name="adj1" fmla="val 18885675"/>
                <a:gd name="adj2" fmla="val 5453707"/>
              </a:avLst>
            </a:prstGeom>
            <a:solidFill>
              <a:srgbClr val="92D050">
                <a:alpha val="47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>
                <a:solidFill>
                  <a:schemeClr val="tx1"/>
                </a:solidFill>
              </a:endParaRP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8D37D01E-CD36-792D-A24A-0A4630042571}"/>
                </a:ext>
              </a:extLst>
            </p:cNvPr>
            <p:cNvSpPr/>
            <p:nvPr/>
          </p:nvSpPr>
          <p:spPr>
            <a:xfrm>
              <a:off x="9253011" y="483704"/>
              <a:ext cx="2366007" cy="2366007"/>
            </a:xfrm>
            <a:prstGeom prst="ellipse">
              <a:avLst/>
            </a:prstGeom>
            <a:solidFill>
              <a:srgbClr val="A5A5A5"/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5" name="Triangle isocèle 4">
              <a:extLst>
                <a:ext uri="{FF2B5EF4-FFF2-40B4-BE49-F238E27FC236}">
                  <a16:creationId xmlns:a16="http://schemas.microsoft.com/office/drawing/2014/main" id="{D8B5EDAD-94E5-143B-C0AD-31E9CFEC8C9E}"/>
                </a:ext>
              </a:extLst>
            </p:cNvPr>
            <p:cNvSpPr/>
            <p:nvPr/>
          </p:nvSpPr>
          <p:spPr>
            <a:xfrm rot="1542908">
              <a:off x="10625771" y="541105"/>
              <a:ext cx="193540" cy="1128020"/>
            </a:xfrm>
            <a:prstGeom prst="triangle">
              <a:avLst>
                <a:gd name="adj" fmla="val 54925"/>
              </a:avLst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2C0C389-E847-A311-C3F8-A5C4953CE50B}"/>
                </a:ext>
              </a:extLst>
            </p:cNvPr>
            <p:cNvSpPr/>
            <p:nvPr/>
          </p:nvSpPr>
          <p:spPr>
            <a:xfrm>
              <a:off x="10163109" y="1414391"/>
              <a:ext cx="545813" cy="545813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F36938-DD6F-1A92-9B66-8FD78B53F37E}"/>
                </a:ext>
              </a:extLst>
            </p:cNvPr>
            <p:cNvSpPr/>
            <p:nvPr/>
          </p:nvSpPr>
          <p:spPr>
            <a:xfrm>
              <a:off x="9854564" y="2328870"/>
              <a:ext cx="1143000" cy="34879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8575">
              <a:solidFill>
                <a:srgbClr val="434343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2400" b="1" dirty="0">
                  <a:solidFill>
                    <a:srgbClr val="64310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123.4</a:t>
              </a:r>
            </a:p>
          </p:txBody>
        </p: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EE03CE4-593E-415A-660F-1EC0A58990B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9355607" y="2544584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18E5BE-4DB5-D485-F9A8-1CE46941730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29800" y="450729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CFC93AA2-2E4D-3F2E-6EF1-7893FAEFF648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9362496" y="803088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4DB6CFF-6086-C51F-30CB-5939D142DE78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8993505" y="1677281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52F1008-0BC1-BCAA-AD13-5B923B97CC6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11097103" y="2551473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D60F9FF-1374-0B0F-8A08-9E496240852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6352" y="1687024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038C7C3F-9EE1-8663-4348-F17BC9A9C18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11103992" y="809977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A28F081-C4BB-E83E-D072-D19DC5305406}"/>
              </a:ext>
            </a:extLst>
          </p:cNvPr>
          <p:cNvSpPr/>
          <p:nvPr/>
        </p:nvSpPr>
        <p:spPr>
          <a:xfrm>
            <a:off x="5362735" y="483704"/>
            <a:ext cx="2514173" cy="990266"/>
          </a:xfrm>
          <a:prstGeom prst="roundRect">
            <a:avLst>
              <a:gd name="adj" fmla="val 10511"/>
            </a:avLst>
          </a:prstGeom>
          <a:solidFill>
            <a:srgbClr val="DBDBDB"/>
          </a:solidFill>
          <a:ln w="762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rgbClr val="64310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123.4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C56F5FB-AD55-33EE-BBAF-52957F4C1ECB}"/>
              </a:ext>
            </a:extLst>
          </p:cNvPr>
          <p:cNvGrpSpPr/>
          <p:nvPr/>
        </p:nvGrpSpPr>
        <p:grpSpPr>
          <a:xfrm>
            <a:off x="580907" y="247465"/>
            <a:ext cx="3194762" cy="3194255"/>
            <a:chOff x="580907" y="247465"/>
            <a:chExt cx="3194762" cy="3194255"/>
          </a:xfrm>
        </p:grpSpPr>
        <p:sp>
          <p:nvSpPr>
            <p:cNvPr id="19" name="Arc partiel 18">
              <a:extLst>
                <a:ext uri="{FF2B5EF4-FFF2-40B4-BE49-F238E27FC236}">
                  <a16:creationId xmlns:a16="http://schemas.microsoft.com/office/drawing/2014/main" id="{5527027A-BA65-46D7-62E6-4C36399B7E2B}"/>
                </a:ext>
              </a:extLst>
            </p:cNvPr>
            <p:cNvSpPr/>
            <p:nvPr/>
          </p:nvSpPr>
          <p:spPr>
            <a:xfrm>
              <a:off x="594134" y="260185"/>
              <a:ext cx="3181535" cy="3181535"/>
            </a:xfrm>
            <a:prstGeom prst="pie">
              <a:avLst>
                <a:gd name="adj1" fmla="val 19395265"/>
                <a:gd name="adj2" fmla="val 21594371"/>
              </a:avLst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" name="Arc partiel 3">
              <a:extLst>
                <a:ext uri="{FF2B5EF4-FFF2-40B4-BE49-F238E27FC236}">
                  <a16:creationId xmlns:a16="http://schemas.microsoft.com/office/drawing/2014/main" id="{DB02F5BC-6046-9111-1657-BA620010F8F0}"/>
                </a:ext>
              </a:extLst>
            </p:cNvPr>
            <p:cNvSpPr/>
            <p:nvPr/>
          </p:nvSpPr>
          <p:spPr>
            <a:xfrm>
              <a:off x="580907" y="247465"/>
              <a:ext cx="3181535" cy="3181535"/>
            </a:xfrm>
            <a:prstGeom prst="pie">
              <a:avLst>
                <a:gd name="adj1" fmla="val 10771407"/>
                <a:gd name="adj2" fmla="val 19297323"/>
              </a:avLst>
            </a:prstGeom>
            <a:solidFill>
              <a:srgbClr val="5B9B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7B194D7-6BB5-EAD2-5DC3-3660217B797E}"/>
                </a:ext>
              </a:extLst>
            </p:cNvPr>
            <p:cNvGrpSpPr/>
            <p:nvPr/>
          </p:nvGrpSpPr>
          <p:grpSpPr>
            <a:xfrm>
              <a:off x="968470" y="373920"/>
              <a:ext cx="2397555" cy="2717664"/>
              <a:chOff x="968470" y="373920"/>
              <a:chExt cx="2397555" cy="2717664"/>
            </a:xfrm>
          </p:grpSpPr>
          <p:sp>
            <p:nvSpPr>
              <p:cNvPr id="59" name="Arc partiel 58">
                <a:extLst>
                  <a:ext uri="{FF2B5EF4-FFF2-40B4-BE49-F238E27FC236}">
                    <a16:creationId xmlns:a16="http://schemas.microsoft.com/office/drawing/2014/main" id="{84AACF56-B003-A8FE-88B5-B3D0D109EFAC}"/>
                  </a:ext>
                </a:extLst>
              </p:cNvPr>
              <p:cNvSpPr/>
              <p:nvPr/>
            </p:nvSpPr>
            <p:spPr>
              <a:xfrm>
                <a:off x="968470" y="610322"/>
                <a:ext cx="2397555" cy="2481262"/>
              </a:xfrm>
              <a:prstGeom prst="pie">
                <a:avLst>
                  <a:gd name="adj1" fmla="val 10501438"/>
                  <a:gd name="adj2" fmla="val 263145"/>
                </a:avLst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Triangle isocèle 61">
                <a:extLst>
                  <a:ext uri="{FF2B5EF4-FFF2-40B4-BE49-F238E27FC236}">
                    <a16:creationId xmlns:a16="http://schemas.microsoft.com/office/drawing/2014/main" id="{7A3EA20A-0F4F-3667-F160-97753DD5DF4D}"/>
                  </a:ext>
                </a:extLst>
              </p:cNvPr>
              <p:cNvSpPr/>
              <p:nvPr/>
            </p:nvSpPr>
            <p:spPr>
              <a:xfrm rot="900000">
                <a:off x="2152694" y="373920"/>
                <a:ext cx="265235" cy="1348044"/>
              </a:xfrm>
              <a:prstGeom prst="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DBE5D997-A2AA-D3B0-49AE-C8514E370662}"/>
                  </a:ext>
                </a:extLst>
              </p:cNvPr>
              <p:cNvSpPr/>
              <p:nvPr/>
            </p:nvSpPr>
            <p:spPr>
              <a:xfrm>
                <a:off x="1908859" y="1614726"/>
                <a:ext cx="348629" cy="34862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sp>
        <p:nvSpPr>
          <p:cNvPr id="6" name="Ellipse 5">
            <a:extLst>
              <a:ext uri="{FF2B5EF4-FFF2-40B4-BE49-F238E27FC236}">
                <a16:creationId xmlns:a16="http://schemas.microsoft.com/office/drawing/2014/main" id="{D05D510F-54A0-8D0D-3136-D8F4D74AD65C}"/>
              </a:ext>
            </a:extLst>
          </p:cNvPr>
          <p:cNvSpPr/>
          <p:nvPr/>
        </p:nvSpPr>
        <p:spPr>
          <a:xfrm>
            <a:off x="228969" y="2782184"/>
            <a:ext cx="1479001" cy="1479001"/>
          </a:xfrm>
          <a:prstGeom prst="ellipse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1E1AED-C3EF-BF19-9201-2F49BCD9FCB0}"/>
              </a:ext>
            </a:extLst>
          </p:cNvPr>
          <p:cNvSpPr/>
          <p:nvPr/>
        </p:nvSpPr>
        <p:spPr>
          <a:xfrm>
            <a:off x="2179312" y="2782185"/>
            <a:ext cx="1479001" cy="1479001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525116F-C141-2417-437E-6CC138C3F83C}"/>
              </a:ext>
            </a:extLst>
          </p:cNvPr>
          <p:cNvCxnSpPr/>
          <p:nvPr/>
        </p:nvCxnSpPr>
        <p:spPr>
          <a:xfrm>
            <a:off x="4027251" y="2849711"/>
            <a:ext cx="1421166" cy="1421166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041141D-4854-1DB1-F50B-DBAD249CB5DD}"/>
              </a:ext>
            </a:extLst>
          </p:cNvPr>
          <p:cNvSpPr/>
          <p:nvPr/>
        </p:nvSpPr>
        <p:spPr>
          <a:xfrm>
            <a:off x="5699999" y="3036242"/>
            <a:ext cx="2514173" cy="990266"/>
          </a:xfrm>
          <a:prstGeom prst="roundRect">
            <a:avLst>
              <a:gd name="adj" fmla="val 0"/>
            </a:avLst>
          </a:prstGeom>
          <a:noFill/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583CACC3-949E-A13F-3EEE-63D73FE0B762}"/>
              </a:ext>
            </a:extLst>
          </p:cNvPr>
          <p:cNvGrpSpPr/>
          <p:nvPr/>
        </p:nvGrpSpPr>
        <p:grpSpPr>
          <a:xfrm>
            <a:off x="228969" y="4954046"/>
            <a:ext cx="1479001" cy="1479001"/>
            <a:chOff x="5265516" y="4849279"/>
            <a:chExt cx="1479001" cy="1479001"/>
          </a:xfrm>
        </p:grpSpPr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591C1CB-1084-A6EA-AACD-07A8E79C1507}"/>
                </a:ext>
              </a:extLst>
            </p:cNvPr>
            <p:cNvSpPr/>
            <p:nvPr/>
          </p:nvSpPr>
          <p:spPr>
            <a:xfrm>
              <a:off x="5265516" y="4849279"/>
              <a:ext cx="1479001" cy="1479001"/>
            </a:xfrm>
            <a:prstGeom prst="ellipse">
              <a:avLst/>
            </a:prstGeom>
            <a:solidFill>
              <a:srgbClr val="FF0000"/>
            </a:solidFill>
            <a:ln w="1270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9C10C05-4C56-4030-7994-34A165BE0900}"/>
                </a:ext>
              </a:extLst>
            </p:cNvPr>
            <p:cNvSpPr/>
            <p:nvPr/>
          </p:nvSpPr>
          <p:spPr>
            <a:xfrm>
              <a:off x="5324327" y="4898243"/>
              <a:ext cx="1359638" cy="138107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100000"/>
                    <a:alpha val="30000"/>
                  </a:schemeClr>
                </a:gs>
                <a:gs pos="15000">
                  <a:schemeClr val="bg1">
                    <a:lumMod val="100000"/>
                    <a:alpha val="3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127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578EA2A6-3878-125F-4661-1840B7DD1328}"/>
              </a:ext>
            </a:extLst>
          </p:cNvPr>
          <p:cNvGrpSpPr/>
          <p:nvPr/>
        </p:nvGrpSpPr>
        <p:grpSpPr>
          <a:xfrm>
            <a:off x="3206983" y="4886324"/>
            <a:ext cx="2155751" cy="1077396"/>
            <a:chOff x="3206984" y="4845770"/>
            <a:chExt cx="1987978" cy="755093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D7A19E59-9441-3AB3-EC6A-9EAE4F22D166}"/>
                </a:ext>
              </a:extLst>
            </p:cNvPr>
            <p:cNvSpPr/>
            <p:nvPr/>
          </p:nvSpPr>
          <p:spPr>
            <a:xfrm>
              <a:off x="3209365" y="4895470"/>
              <a:ext cx="1929105" cy="705393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 cap="rnd">
              <a:solidFill>
                <a:srgbClr val="43434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6D4F893F-C220-139A-E30D-76A285D73D7B}"/>
                </a:ext>
              </a:extLst>
            </p:cNvPr>
            <p:cNvSpPr/>
            <p:nvPr/>
          </p:nvSpPr>
          <p:spPr>
            <a:xfrm>
              <a:off x="3265195" y="4845770"/>
              <a:ext cx="1929105" cy="705393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 cap="rnd">
              <a:solidFill>
                <a:srgbClr val="43434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3600" dirty="0"/>
                <a:t>Button</a:t>
              </a:r>
            </a:p>
          </p:txBody>
        </p: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7AD11A85-FA29-3B09-86FC-819D958F0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43894" y="5551163"/>
              <a:ext cx="51068" cy="44938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9907CE72-7D54-2796-F37F-5E662C104F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6984" y="5551163"/>
              <a:ext cx="55830" cy="49700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38B368BF-184C-925E-870A-995C19542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8703" y="4845770"/>
              <a:ext cx="51068" cy="47319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306D83D9-E422-277E-BA0B-C67C813D15BE}"/>
              </a:ext>
            </a:extLst>
          </p:cNvPr>
          <p:cNvSpPr/>
          <p:nvPr/>
        </p:nvSpPr>
        <p:spPr>
          <a:xfrm>
            <a:off x="2006380" y="559355"/>
            <a:ext cx="127403" cy="1087855"/>
          </a:xfrm>
          <a:prstGeom prst="roundRect">
            <a:avLst>
              <a:gd name="adj" fmla="val 11724"/>
            </a:avLst>
          </a:prstGeom>
          <a:solidFill>
            <a:srgbClr val="CE2E28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9F823ADF-153C-2A3E-9965-D598C40964BF}"/>
              </a:ext>
            </a:extLst>
          </p:cNvPr>
          <p:cNvSpPr/>
          <p:nvPr/>
        </p:nvSpPr>
        <p:spPr>
          <a:xfrm>
            <a:off x="2006379" y="1647210"/>
            <a:ext cx="127405" cy="618481"/>
          </a:xfrm>
          <a:prstGeom prst="roundRect">
            <a:avLst>
              <a:gd name="adj" fmla="val 11724"/>
            </a:avLst>
          </a:prstGeom>
          <a:solidFill>
            <a:srgbClr val="E0E000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4A5E2EF3-EDF0-9AC7-C6E6-8E2F075ADE38}"/>
              </a:ext>
            </a:extLst>
          </p:cNvPr>
          <p:cNvSpPr/>
          <p:nvPr/>
        </p:nvSpPr>
        <p:spPr>
          <a:xfrm>
            <a:off x="2006378" y="2265691"/>
            <a:ext cx="127405" cy="2678227"/>
          </a:xfrm>
          <a:prstGeom prst="roundRect">
            <a:avLst>
              <a:gd name="adj" fmla="val 11724"/>
            </a:avLst>
          </a:prstGeom>
          <a:solidFill>
            <a:srgbClr val="63A11F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7" name="Rectangle : coins arrondis 86">
            <a:extLst>
              <a:ext uri="{FF2B5EF4-FFF2-40B4-BE49-F238E27FC236}">
                <a16:creationId xmlns:a16="http://schemas.microsoft.com/office/drawing/2014/main" id="{B80E2461-833F-F7D5-827F-449F85579DB5}"/>
              </a:ext>
            </a:extLst>
          </p:cNvPr>
          <p:cNvSpPr/>
          <p:nvPr/>
        </p:nvSpPr>
        <p:spPr>
          <a:xfrm>
            <a:off x="1438992" y="600980"/>
            <a:ext cx="528452" cy="4352617"/>
          </a:xfrm>
          <a:prstGeom prst="roundRect">
            <a:avLst>
              <a:gd name="adj" fmla="val 0"/>
            </a:avLst>
          </a:prstGeom>
          <a:solidFill>
            <a:srgbClr val="A5A5A5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7473241B-B808-3105-E22A-85540B737F36}"/>
              </a:ext>
            </a:extLst>
          </p:cNvPr>
          <p:cNvSpPr/>
          <p:nvPr/>
        </p:nvSpPr>
        <p:spPr>
          <a:xfrm>
            <a:off x="1442293" y="1914082"/>
            <a:ext cx="546719" cy="3029836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9611C969-831F-4225-34AB-2115D7189576}"/>
              </a:ext>
            </a:extLst>
          </p:cNvPr>
          <p:cNvCxnSpPr>
            <a:cxnSpLocks/>
          </p:cNvCxnSpPr>
          <p:nvPr/>
        </p:nvCxnSpPr>
        <p:spPr>
          <a:xfrm>
            <a:off x="1606550" y="1647210"/>
            <a:ext cx="385763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064E89E7-44B3-D567-6AD0-3D1FFBADC969}"/>
              </a:ext>
            </a:extLst>
          </p:cNvPr>
          <p:cNvCxnSpPr>
            <a:cxnSpLocks/>
          </p:cNvCxnSpPr>
          <p:nvPr/>
        </p:nvCxnSpPr>
        <p:spPr>
          <a:xfrm>
            <a:off x="1729863" y="249910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941661A2-F8FA-5B51-787A-3D84C48EB27A}"/>
              </a:ext>
            </a:extLst>
          </p:cNvPr>
          <p:cNvCxnSpPr>
            <a:cxnSpLocks/>
          </p:cNvCxnSpPr>
          <p:nvPr/>
        </p:nvCxnSpPr>
        <p:spPr>
          <a:xfrm>
            <a:off x="1729863" y="226161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FD16D3D5-FC7C-53D1-B51E-CED74DF0BA2E}"/>
              </a:ext>
            </a:extLst>
          </p:cNvPr>
          <p:cNvCxnSpPr>
            <a:cxnSpLocks/>
          </p:cNvCxnSpPr>
          <p:nvPr/>
        </p:nvCxnSpPr>
        <p:spPr>
          <a:xfrm>
            <a:off x="1729863" y="204015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2276A1E3-23B4-AE51-7D1B-C26031AFE491}"/>
              </a:ext>
            </a:extLst>
          </p:cNvPr>
          <p:cNvCxnSpPr>
            <a:cxnSpLocks/>
          </p:cNvCxnSpPr>
          <p:nvPr/>
        </p:nvCxnSpPr>
        <p:spPr>
          <a:xfrm>
            <a:off x="1729863" y="182902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4F1F0D50-1661-C37E-49DE-287BE9E6EF22}"/>
              </a:ext>
            </a:extLst>
          </p:cNvPr>
          <p:cNvCxnSpPr>
            <a:cxnSpLocks/>
            <a:endCxn id="36" idx="3"/>
          </p:cNvCxnSpPr>
          <p:nvPr/>
        </p:nvCxnSpPr>
        <p:spPr>
          <a:xfrm>
            <a:off x="1606550" y="2760021"/>
            <a:ext cx="382462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CA7CBF4B-6C94-D259-E055-77830FDEFF5D}"/>
              </a:ext>
            </a:extLst>
          </p:cNvPr>
          <p:cNvCxnSpPr>
            <a:cxnSpLocks/>
          </p:cNvCxnSpPr>
          <p:nvPr/>
        </p:nvCxnSpPr>
        <p:spPr>
          <a:xfrm>
            <a:off x="1729863" y="361497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65024328-9C09-FF40-B453-2E34C2128E87}"/>
              </a:ext>
            </a:extLst>
          </p:cNvPr>
          <p:cNvCxnSpPr>
            <a:cxnSpLocks/>
          </p:cNvCxnSpPr>
          <p:nvPr/>
        </p:nvCxnSpPr>
        <p:spPr>
          <a:xfrm>
            <a:off x="1729863" y="337748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E1004403-8F08-AE74-7A75-F64C28B25F9B}"/>
              </a:ext>
            </a:extLst>
          </p:cNvPr>
          <p:cNvCxnSpPr>
            <a:cxnSpLocks/>
          </p:cNvCxnSpPr>
          <p:nvPr/>
        </p:nvCxnSpPr>
        <p:spPr>
          <a:xfrm>
            <a:off x="1729863" y="315602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07252B0F-6977-0ACB-3560-B03F3C387FC5}"/>
              </a:ext>
            </a:extLst>
          </p:cNvPr>
          <p:cNvCxnSpPr>
            <a:cxnSpLocks/>
          </p:cNvCxnSpPr>
          <p:nvPr/>
        </p:nvCxnSpPr>
        <p:spPr>
          <a:xfrm>
            <a:off x="1729863" y="294489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29BD9619-F7DF-0152-E96C-03EE8BCDF7EA}"/>
              </a:ext>
            </a:extLst>
          </p:cNvPr>
          <p:cNvCxnSpPr>
            <a:cxnSpLocks/>
          </p:cNvCxnSpPr>
          <p:nvPr/>
        </p:nvCxnSpPr>
        <p:spPr>
          <a:xfrm>
            <a:off x="1606550" y="3878843"/>
            <a:ext cx="382462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08FBB905-1B0D-D828-258F-48D01B1FF873}"/>
              </a:ext>
            </a:extLst>
          </p:cNvPr>
          <p:cNvCxnSpPr>
            <a:cxnSpLocks/>
          </p:cNvCxnSpPr>
          <p:nvPr/>
        </p:nvCxnSpPr>
        <p:spPr>
          <a:xfrm>
            <a:off x="1708588" y="473073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8438FBDF-13B2-C447-5515-C606F17E2496}"/>
              </a:ext>
            </a:extLst>
          </p:cNvPr>
          <p:cNvCxnSpPr>
            <a:cxnSpLocks/>
          </p:cNvCxnSpPr>
          <p:nvPr/>
        </p:nvCxnSpPr>
        <p:spPr>
          <a:xfrm>
            <a:off x="1708588" y="449324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5276A58C-7E83-6268-4023-489A8D5BA233}"/>
              </a:ext>
            </a:extLst>
          </p:cNvPr>
          <p:cNvCxnSpPr>
            <a:cxnSpLocks/>
          </p:cNvCxnSpPr>
          <p:nvPr/>
        </p:nvCxnSpPr>
        <p:spPr>
          <a:xfrm>
            <a:off x="1708588" y="427179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C34E5183-6BEC-6CF7-DF10-CCAA2D582C8E}"/>
              </a:ext>
            </a:extLst>
          </p:cNvPr>
          <p:cNvCxnSpPr>
            <a:cxnSpLocks/>
          </p:cNvCxnSpPr>
          <p:nvPr/>
        </p:nvCxnSpPr>
        <p:spPr>
          <a:xfrm>
            <a:off x="1708588" y="4060655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CC00D4D7-E369-EE08-FE3B-B6CDBF24D155}"/>
              </a:ext>
            </a:extLst>
          </p:cNvPr>
          <p:cNvCxnSpPr>
            <a:cxnSpLocks/>
          </p:cNvCxnSpPr>
          <p:nvPr/>
        </p:nvCxnSpPr>
        <p:spPr>
          <a:xfrm>
            <a:off x="1445594" y="4936330"/>
            <a:ext cx="930758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785E0AA0-4E6E-FAD3-5967-009F37EE1D13}"/>
              </a:ext>
            </a:extLst>
          </p:cNvPr>
          <p:cNvCxnSpPr>
            <a:cxnSpLocks/>
          </p:cNvCxnSpPr>
          <p:nvPr/>
        </p:nvCxnSpPr>
        <p:spPr>
          <a:xfrm>
            <a:off x="1988719" y="576125"/>
            <a:ext cx="39226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20CF6D7C-6344-2D9D-13E5-9F672BCE930B}"/>
              </a:ext>
            </a:extLst>
          </p:cNvPr>
          <p:cNvCxnSpPr>
            <a:cxnSpLocks/>
          </p:cNvCxnSpPr>
          <p:nvPr/>
        </p:nvCxnSpPr>
        <p:spPr>
          <a:xfrm>
            <a:off x="1729863" y="1428024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11C24872-376A-140E-3AD5-232C49B1C8A0}"/>
              </a:ext>
            </a:extLst>
          </p:cNvPr>
          <p:cNvCxnSpPr>
            <a:cxnSpLocks/>
          </p:cNvCxnSpPr>
          <p:nvPr/>
        </p:nvCxnSpPr>
        <p:spPr>
          <a:xfrm>
            <a:off x="1729863" y="1190534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F3582E11-B870-9033-1F22-B2901631D7DF}"/>
              </a:ext>
            </a:extLst>
          </p:cNvPr>
          <p:cNvCxnSpPr>
            <a:cxnSpLocks/>
          </p:cNvCxnSpPr>
          <p:nvPr/>
        </p:nvCxnSpPr>
        <p:spPr>
          <a:xfrm>
            <a:off x="1729863" y="969077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440817C8-7EC9-B5A8-C3BE-11A2BFCF3BC0}"/>
              </a:ext>
            </a:extLst>
          </p:cNvPr>
          <p:cNvCxnSpPr>
            <a:cxnSpLocks/>
          </p:cNvCxnSpPr>
          <p:nvPr/>
        </p:nvCxnSpPr>
        <p:spPr>
          <a:xfrm>
            <a:off x="1729863" y="757940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C750E088-B88B-A0F4-5C46-63BA74A8078E}"/>
              </a:ext>
            </a:extLst>
          </p:cNvPr>
          <p:cNvSpPr txBox="1"/>
          <p:nvPr/>
        </p:nvSpPr>
        <p:spPr>
          <a:xfrm>
            <a:off x="2366573" y="393712"/>
            <a:ext cx="776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69F173D4-93FD-4DDE-7678-02628BBD4B9D}"/>
              </a:ext>
            </a:extLst>
          </p:cNvPr>
          <p:cNvSpPr txBox="1"/>
          <p:nvPr/>
        </p:nvSpPr>
        <p:spPr>
          <a:xfrm>
            <a:off x="2339302" y="3693018"/>
            <a:ext cx="755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07A3A413-E6B2-1C56-C3CC-7D464C44A593}"/>
              </a:ext>
            </a:extLst>
          </p:cNvPr>
          <p:cNvSpPr txBox="1"/>
          <p:nvPr/>
        </p:nvSpPr>
        <p:spPr>
          <a:xfrm>
            <a:off x="2376353" y="4748716"/>
            <a:ext cx="654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D66625A6-F636-1A8E-1AC5-A0C7D1162D94}"/>
              </a:ext>
            </a:extLst>
          </p:cNvPr>
          <p:cNvSpPr txBox="1"/>
          <p:nvPr/>
        </p:nvSpPr>
        <p:spPr>
          <a:xfrm>
            <a:off x="2376353" y="2581139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D4D17D66-5E8D-117B-2CA3-CF895C17EDB9}"/>
              </a:ext>
            </a:extLst>
          </p:cNvPr>
          <p:cNvSpPr txBox="1"/>
          <p:nvPr/>
        </p:nvSpPr>
        <p:spPr>
          <a:xfrm>
            <a:off x="2376352" y="1447500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75</a:t>
            </a:r>
          </a:p>
        </p:txBody>
      </p: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id="{D0419EAB-58E3-0C9D-FA21-A6EFB8B58D07}"/>
              </a:ext>
            </a:extLst>
          </p:cNvPr>
          <p:cNvCxnSpPr>
            <a:cxnSpLocks/>
          </p:cNvCxnSpPr>
          <p:nvPr/>
        </p:nvCxnSpPr>
        <p:spPr>
          <a:xfrm>
            <a:off x="1442293" y="1914082"/>
            <a:ext cx="546719" cy="3239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0598E804-5787-EF75-A611-B246F97C5A76}"/>
              </a:ext>
            </a:extLst>
          </p:cNvPr>
          <p:cNvSpPr/>
          <p:nvPr/>
        </p:nvSpPr>
        <p:spPr>
          <a:xfrm>
            <a:off x="1445594" y="583712"/>
            <a:ext cx="543418" cy="4352618"/>
          </a:xfrm>
          <a:prstGeom prst="roundRect">
            <a:avLst>
              <a:gd name="adj" fmla="val 0"/>
            </a:avLst>
          </a:prstGeom>
          <a:noFill/>
          <a:ln w="635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4" name="Triangle isocèle 83">
            <a:extLst>
              <a:ext uri="{FF2B5EF4-FFF2-40B4-BE49-F238E27FC236}">
                <a16:creationId xmlns:a16="http://schemas.microsoft.com/office/drawing/2014/main" id="{26814575-C828-9E67-19ED-7A67DC80BFD1}"/>
              </a:ext>
            </a:extLst>
          </p:cNvPr>
          <p:cNvSpPr/>
          <p:nvPr/>
        </p:nvSpPr>
        <p:spPr>
          <a:xfrm rot="16200000">
            <a:off x="2018533" y="1848308"/>
            <a:ext cx="246528" cy="177132"/>
          </a:xfrm>
          <a:prstGeom prst="triangle">
            <a:avLst>
              <a:gd name="adj" fmla="val 49774"/>
            </a:avLst>
          </a:prstGeom>
          <a:ln w="3810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1057164-E394-57EE-8248-9C16BC1B55D1}"/>
              </a:ext>
            </a:extLst>
          </p:cNvPr>
          <p:cNvCxnSpPr>
            <a:cxnSpLocks/>
          </p:cNvCxnSpPr>
          <p:nvPr/>
        </p:nvCxnSpPr>
        <p:spPr>
          <a:xfrm>
            <a:off x="2006378" y="3878843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EF7FCA6-8251-10B8-625C-5C40B542FABF}"/>
              </a:ext>
            </a:extLst>
          </p:cNvPr>
          <p:cNvCxnSpPr>
            <a:cxnSpLocks/>
          </p:cNvCxnSpPr>
          <p:nvPr/>
        </p:nvCxnSpPr>
        <p:spPr>
          <a:xfrm>
            <a:off x="1967444" y="2760021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07BED7D-80D0-B394-E4B4-E978A86F8608}"/>
              </a:ext>
            </a:extLst>
          </p:cNvPr>
          <p:cNvCxnSpPr>
            <a:cxnSpLocks/>
          </p:cNvCxnSpPr>
          <p:nvPr/>
        </p:nvCxnSpPr>
        <p:spPr>
          <a:xfrm>
            <a:off x="2006378" y="1647210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135BB72A-4BE4-674F-76C6-83ECE001D03B}"/>
              </a:ext>
            </a:extLst>
          </p:cNvPr>
          <p:cNvGrpSpPr/>
          <p:nvPr/>
        </p:nvGrpSpPr>
        <p:grpSpPr>
          <a:xfrm>
            <a:off x="3781311" y="349326"/>
            <a:ext cx="1055955" cy="2559054"/>
            <a:chOff x="5451361" y="1788371"/>
            <a:chExt cx="1055955" cy="2559054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991CCEB5-75C3-E745-ED22-C1715AC0ACA1}"/>
                </a:ext>
              </a:extLst>
            </p:cNvPr>
            <p:cNvSpPr/>
            <p:nvPr/>
          </p:nvSpPr>
          <p:spPr>
            <a:xfrm>
              <a:off x="5523347" y="1988426"/>
              <a:ext cx="102285" cy="2158918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BE52F32F-3292-642F-1518-A2707D07B6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5632" y="4147345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EBB98F9-B4F4-CD78-52CA-9AD1613F2500}"/>
                </a:ext>
              </a:extLst>
            </p:cNvPr>
            <p:cNvSpPr/>
            <p:nvPr/>
          </p:nvSpPr>
          <p:spPr>
            <a:xfrm>
              <a:off x="5451361" y="2774130"/>
              <a:ext cx="237287" cy="118540"/>
            </a:xfrm>
            <a:prstGeom prst="rect">
              <a:avLst/>
            </a:prstGeom>
            <a:solidFill>
              <a:srgbClr val="ED7D31"/>
            </a:solidFill>
            <a:ln w="44450">
              <a:solidFill>
                <a:srgbClr val="6431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E3B52C90-775F-A330-5C8B-74902AE9B146}"/>
                </a:ext>
              </a:extLst>
            </p:cNvPr>
            <p:cNvSpPr txBox="1"/>
            <p:nvPr/>
          </p:nvSpPr>
          <p:spPr>
            <a:xfrm>
              <a:off x="5725452" y="1788371"/>
              <a:ext cx="709628" cy="4001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0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100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4B76684A-8C2E-2EEE-34DF-D9DEE845752F}"/>
                </a:ext>
              </a:extLst>
            </p:cNvPr>
            <p:cNvSpPr txBox="1"/>
            <p:nvPr/>
          </p:nvSpPr>
          <p:spPr>
            <a:xfrm>
              <a:off x="5751665" y="3435113"/>
              <a:ext cx="755651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76A0BD9-C9D6-1638-3DEA-CA324DE39191}"/>
                </a:ext>
              </a:extLst>
            </p:cNvPr>
            <p:cNvSpPr txBox="1"/>
            <p:nvPr/>
          </p:nvSpPr>
          <p:spPr>
            <a:xfrm>
              <a:off x="5753100" y="3978093"/>
              <a:ext cx="654333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57584779-40F9-0159-C48D-DB158D12EA83}"/>
                </a:ext>
              </a:extLst>
            </p:cNvPr>
            <p:cNvSpPr txBox="1"/>
            <p:nvPr/>
          </p:nvSpPr>
          <p:spPr>
            <a:xfrm>
              <a:off x="5751665" y="2874034"/>
              <a:ext cx="574849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50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46AAE30E-5CA2-47D8-8CF9-A8530419D510}"/>
                </a:ext>
              </a:extLst>
            </p:cNvPr>
            <p:cNvSpPr txBox="1"/>
            <p:nvPr/>
          </p:nvSpPr>
          <p:spPr>
            <a:xfrm>
              <a:off x="5777807" y="2357686"/>
              <a:ext cx="466379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sz="18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75</a:t>
              </a:r>
            </a:p>
          </p:txBody>
        </p: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4728F7BD-03F9-A4FE-ECBA-A014DE109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3614976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D8531FA4-8DB7-D5F2-E319-B8AB4BF555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3053555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1E839463-8744-2C3E-E0FB-441852C072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37523" y="2542352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252DCB4C-B229-DCF0-AE94-E0DDE03918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1988426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5990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0BEAD-72D2-8585-CBA3-D79D8072B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401EEE45-A391-D3E6-7CCD-3FCACB701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072" y="1009312"/>
            <a:ext cx="9173855" cy="4839375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2D453B3-F716-27AA-04BF-DD69D6B844D8}"/>
              </a:ext>
            </a:extLst>
          </p:cNvPr>
          <p:cNvSpPr/>
          <p:nvPr/>
        </p:nvSpPr>
        <p:spPr>
          <a:xfrm>
            <a:off x="4945983" y="1305612"/>
            <a:ext cx="5324540" cy="4543074"/>
          </a:xfrm>
          <a:prstGeom prst="roundRect">
            <a:avLst>
              <a:gd name="adj" fmla="val 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dirty="0">
              <a:solidFill>
                <a:srgbClr val="FF0000"/>
              </a:solidFill>
            </a:endParaRP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F20D7410-680F-C5A4-DB0E-790FD5E27DC2}"/>
              </a:ext>
            </a:extLst>
          </p:cNvPr>
          <p:cNvSpPr txBox="1"/>
          <p:nvPr/>
        </p:nvSpPr>
        <p:spPr>
          <a:xfrm>
            <a:off x="3745105" y="1939241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Available Widgets</a:t>
            </a: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D7E29A6C-580F-D0A7-1ADA-BF7240D3B17A}"/>
              </a:ext>
            </a:extLst>
          </p:cNvPr>
          <p:cNvCxnSpPr>
            <a:cxnSpLocks/>
          </p:cNvCxnSpPr>
          <p:nvPr/>
        </p:nvCxnSpPr>
        <p:spPr>
          <a:xfrm flipH="1" flipV="1">
            <a:off x="3179040" y="2158738"/>
            <a:ext cx="734301" cy="1356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68E9C44-F6D5-3459-0AE4-207C668887E4}"/>
              </a:ext>
            </a:extLst>
          </p:cNvPr>
          <p:cNvCxnSpPr>
            <a:cxnSpLocks/>
          </p:cNvCxnSpPr>
          <p:nvPr/>
        </p:nvCxnSpPr>
        <p:spPr>
          <a:xfrm flipH="1">
            <a:off x="3228749" y="2294407"/>
            <a:ext cx="684592" cy="88218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88C558DE-2AD0-76B5-5C1A-235A54248CF2}"/>
              </a:ext>
            </a:extLst>
          </p:cNvPr>
          <p:cNvCxnSpPr>
            <a:cxnSpLocks/>
          </p:cNvCxnSpPr>
          <p:nvPr/>
        </p:nvCxnSpPr>
        <p:spPr>
          <a:xfrm flipH="1">
            <a:off x="3714161" y="2294408"/>
            <a:ext cx="217335" cy="228701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ZoneTexte 26">
            <a:extLst>
              <a:ext uri="{FF2B5EF4-FFF2-40B4-BE49-F238E27FC236}">
                <a16:creationId xmlns:a16="http://schemas.microsoft.com/office/drawing/2014/main" id="{33132E9D-3347-728C-0FC5-C1B085EBDF52}"/>
              </a:ext>
            </a:extLst>
          </p:cNvPr>
          <p:cNvSpPr txBox="1"/>
          <p:nvPr/>
        </p:nvSpPr>
        <p:spPr>
          <a:xfrm>
            <a:off x="6979684" y="1305612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b="1" dirty="0">
                <a:solidFill>
                  <a:srgbClr val="FF0000"/>
                </a:solidFill>
              </a:rPr>
              <a:t>Work zone</a:t>
            </a:r>
          </a:p>
          <a:p>
            <a:pPr algn="ctr"/>
            <a:r>
              <a:rPr lang="en-CA" sz="1200" b="1" dirty="0">
                <a:solidFill>
                  <a:srgbClr val="FF0000"/>
                </a:solidFill>
              </a:rPr>
              <a:t>(edit mode)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29EA9F49-1023-41D1-3E98-F9A89EE76791}"/>
              </a:ext>
            </a:extLst>
          </p:cNvPr>
          <p:cNvSpPr txBox="1"/>
          <p:nvPr/>
        </p:nvSpPr>
        <p:spPr>
          <a:xfrm>
            <a:off x="8288429" y="289958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User placed widgets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E1C62237-59B0-1505-CA57-C42C579CE1B8}"/>
              </a:ext>
            </a:extLst>
          </p:cNvPr>
          <p:cNvCxnSpPr>
            <a:cxnSpLocks/>
          </p:cNvCxnSpPr>
          <p:nvPr/>
        </p:nvCxnSpPr>
        <p:spPr>
          <a:xfrm flipH="1" flipV="1">
            <a:off x="6749592" y="2572723"/>
            <a:ext cx="1640264" cy="47213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20C2DA27-2705-E312-E7AE-A2ED6CBF8D81}"/>
              </a:ext>
            </a:extLst>
          </p:cNvPr>
          <p:cNvCxnSpPr>
            <a:cxnSpLocks/>
          </p:cNvCxnSpPr>
          <p:nvPr/>
        </p:nvCxnSpPr>
        <p:spPr>
          <a:xfrm flipH="1">
            <a:off x="7608253" y="3176588"/>
            <a:ext cx="866444" cy="1520823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9D13BFA1-D2C3-2310-8794-18C13374F8FB}"/>
              </a:ext>
            </a:extLst>
          </p:cNvPr>
          <p:cNvSpPr/>
          <p:nvPr/>
        </p:nvSpPr>
        <p:spPr>
          <a:xfrm>
            <a:off x="1509072" y="1305612"/>
            <a:ext cx="3436911" cy="4543074"/>
          </a:xfrm>
          <a:prstGeom prst="roundRect">
            <a:avLst>
              <a:gd name="adj" fmla="val 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dirty="0">
              <a:solidFill>
                <a:srgbClr val="FF0000"/>
              </a:solidFill>
            </a:endParaRP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F808FE48-D532-833F-0A54-848B58DD7F16}"/>
              </a:ext>
            </a:extLst>
          </p:cNvPr>
          <p:cNvSpPr txBox="1"/>
          <p:nvPr/>
        </p:nvSpPr>
        <p:spPr>
          <a:xfrm>
            <a:off x="2861456" y="1305612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b="1" dirty="0">
                <a:solidFill>
                  <a:srgbClr val="FF0000"/>
                </a:solidFill>
              </a:rPr>
              <a:t>Left menu</a:t>
            </a:r>
          </a:p>
          <a:p>
            <a:pPr algn="ctr"/>
            <a:r>
              <a:rPr lang="en-CA" sz="1200" b="1" dirty="0">
                <a:solidFill>
                  <a:srgbClr val="FF0000"/>
                </a:solidFill>
              </a:rPr>
              <a:t>(edit mode)</a:t>
            </a:r>
          </a:p>
        </p:txBody>
      </p:sp>
    </p:spTree>
    <p:extLst>
      <p:ext uri="{BB962C8B-B14F-4D97-AF65-F5344CB8AC3E}">
        <p14:creationId xmlns:p14="http://schemas.microsoft.com/office/powerpoint/2010/main" val="1453415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39C1-E060-1411-19ED-E4787B575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65B80316-59F0-6A75-C3D9-774DA78E91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539" y="561575"/>
            <a:ext cx="6935168" cy="5734850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DF9B8FE-8576-94AE-E954-A41C7766CAC8}"/>
              </a:ext>
            </a:extLst>
          </p:cNvPr>
          <p:cNvSpPr/>
          <p:nvPr/>
        </p:nvSpPr>
        <p:spPr>
          <a:xfrm>
            <a:off x="2760323" y="2384980"/>
            <a:ext cx="3335677" cy="3987655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C664ABDE-353E-837F-A858-3CFF6FF2B2BF}"/>
              </a:ext>
            </a:extLst>
          </p:cNvPr>
          <p:cNvSpPr txBox="1"/>
          <p:nvPr/>
        </p:nvSpPr>
        <p:spPr>
          <a:xfrm>
            <a:off x="7036255" y="4657543"/>
            <a:ext cx="1570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Selected widget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9822253-8ECA-F381-A0DF-637A8316859D}"/>
              </a:ext>
            </a:extLst>
          </p:cNvPr>
          <p:cNvSpPr/>
          <p:nvPr/>
        </p:nvSpPr>
        <p:spPr>
          <a:xfrm>
            <a:off x="2760323" y="1023240"/>
            <a:ext cx="3335677" cy="1361739"/>
          </a:xfrm>
          <a:prstGeom prst="roundRect">
            <a:avLst>
              <a:gd name="adj" fmla="val 0"/>
            </a:avLst>
          </a:prstGeom>
          <a:solidFill>
            <a:schemeClr val="accent1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6C82EA6-DC28-ACA5-4443-CE45531E17F5}"/>
              </a:ext>
            </a:extLst>
          </p:cNvPr>
          <p:cNvSpPr txBox="1"/>
          <p:nvPr/>
        </p:nvSpPr>
        <p:spPr>
          <a:xfrm>
            <a:off x="3758870" y="1023240"/>
            <a:ext cx="17102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Input values</a:t>
            </a:r>
            <a:br>
              <a:rPr lang="en-CA" sz="1200" dirty="0">
                <a:solidFill>
                  <a:srgbClr val="FF0000"/>
                </a:solidFill>
              </a:rPr>
            </a:br>
            <a:r>
              <a:rPr lang="en-CA" sz="1200" dirty="0">
                <a:solidFill>
                  <a:srgbClr val="FF0000"/>
                </a:solidFill>
              </a:rPr>
              <a:t>(tied to </a:t>
            </a:r>
            <a:r>
              <a:rPr lang="en-CA" sz="1200" dirty="0" err="1">
                <a:solidFill>
                  <a:srgbClr val="FF0000"/>
                </a:solidFill>
              </a:rPr>
              <a:t>watchables</a:t>
            </a:r>
            <a:r>
              <a:rPr lang="en-CA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DC5E0E8-5AAC-2F97-5EFD-F174AC5BC095}"/>
              </a:ext>
            </a:extLst>
          </p:cNvPr>
          <p:cNvSpPr txBox="1"/>
          <p:nvPr/>
        </p:nvSpPr>
        <p:spPr>
          <a:xfrm>
            <a:off x="3758870" y="5772348"/>
            <a:ext cx="17102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Constant configuration</a:t>
            </a:r>
            <a:br>
              <a:rPr lang="en-CA" sz="1200" dirty="0">
                <a:solidFill>
                  <a:srgbClr val="FF0000"/>
                </a:solidFill>
              </a:rPr>
            </a:br>
            <a:r>
              <a:rPr lang="en-CA" sz="1200" dirty="0">
                <a:solidFill>
                  <a:srgbClr val="FF0000"/>
                </a:solidFill>
              </a:rPr>
              <a:t>(Not tied to </a:t>
            </a:r>
            <a:r>
              <a:rPr lang="en-CA" sz="1200" dirty="0" err="1">
                <a:solidFill>
                  <a:srgbClr val="FF0000"/>
                </a:solidFill>
              </a:rPr>
              <a:t>watchables</a:t>
            </a:r>
            <a:r>
              <a:rPr lang="en-CA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26E6EB1-3DDC-4389-69D0-7FEDD1C4B8D2}"/>
              </a:ext>
            </a:extLst>
          </p:cNvPr>
          <p:cNvSpPr txBox="1"/>
          <p:nvPr/>
        </p:nvSpPr>
        <p:spPr>
          <a:xfrm>
            <a:off x="7354833" y="840532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b="1" dirty="0">
                <a:solidFill>
                  <a:srgbClr val="FF0000"/>
                </a:solidFill>
              </a:rPr>
              <a:t>Work zone</a:t>
            </a:r>
          </a:p>
          <a:p>
            <a:pPr algn="ctr"/>
            <a:r>
              <a:rPr lang="en-CA" sz="1200" b="1" dirty="0">
                <a:solidFill>
                  <a:srgbClr val="FF0000"/>
                </a:solidFill>
              </a:rPr>
              <a:t>(edit mode)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B72CA12-E178-0875-AF2B-769B6EDB1DD7}"/>
              </a:ext>
            </a:extLst>
          </p:cNvPr>
          <p:cNvSpPr txBox="1"/>
          <p:nvPr/>
        </p:nvSpPr>
        <p:spPr>
          <a:xfrm>
            <a:off x="8705579" y="1603656"/>
            <a:ext cx="1071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Resize handle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965F60D8-F79A-4865-63E6-32AA5323FD97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8955464" y="1880655"/>
            <a:ext cx="285963" cy="59859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568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0B7C7-2869-43CA-1329-C75CDEE6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 26">
            <a:extLst>
              <a:ext uri="{FF2B5EF4-FFF2-40B4-BE49-F238E27FC236}">
                <a16:creationId xmlns:a16="http://schemas.microsoft.com/office/drawing/2014/main" id="{3C848212-FE54-1B65-6E16-DF7B569DE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90" y="1651262"/>
            <a:ext cx="4505954" cy="4048690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F42E5AAB-C053-120B-64D2-FCBD58778485}"/>
              </a:ext>
            </a:extLst>
          </p:cNvPr>
          <p:cNvSpPr txBox="1"/>
          <p:nvPr/>
        </p:nvSpPr>
        <p:spPr>
          <a:xfrm>
            <a:off x="2885150" y="2982724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Pointer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E08C26F5-10A8-2739-7744-FD2CE93696A3}"/>
              </a:ext>
            </a:extLst>
          </p:cNvPr>
          <p:cNvCxnSpPr>
            <a:cxnSpLocks/>
          </p:cNvCxnSpPr>
          <p:nvPr/>
        </p:nvCxnSpPr>
        <p:spPr>
          <a:xfrm>
            <a:off x="3806823" y="3152001"/>
            <a:ext cx="14062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BD93E596-5423-32FD-06F1-2A565254D501}"/>
              </a:ext>
            </a:extLst>
          </p:cNvPr>
          <p:cNvSpPr txBox="1"/>
          <p:nvPr/>
        </p:nvSpPr>
        <p:spPr>
          <a:xfrm>
            <a:off x="5589703" y="1040805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Label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328989E-2C2E-C95D-A3C8-0F9CCBC8ED72}"/>
              </a:ext>
            </a:extLst>
          </p:cNvPr>
          <p:cNvSpPr txBox="1"/>
          <p:nvPr/>
        </p:nvSpPr>
        <p:spPr>
          <a:xfrm>
            <a:off x="8142288" y="1874479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Minor tick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85C9807-21FC-4C98-AE10-1904497D236C}"/>
              </a:ext>
            </a:extLst>
          </p:cNvPr>
          <p:cNvSpPr txBox="1"/>
          <p:nvPr/>
        </p:nvSpPr>
        <p:spPr>
          <a:xfrm>
            <a:off x="8033879" y="4243634"/>
            <a:ext cx="10716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Color bands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C824997C-A42E-5486-35FE-4ABB7E8743E6}"/>
              </a:ext>
            </a:extLst>
          </p:cNvPr>
          <p:cNvCxnSpPr>
            <a:cxnSpLocks/>
          </p:cNvCxnSpPr>
          <p:nvPr/>
        </p:nvCxnSpPr>
        <p:spPr>
          <a:xfrm flipH="1">
            <a:off x="5871342" y="1353679"/>
            <a:ext cx="254209" cy="83170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198F88F-9CBA-64AC-E38B-87F07E354974}"/>
              </a:ext>
            </a:extLst>
          </p:cNvPr>
          <p:cNvCxnSpPr>
            <a:cxnSpLocks/>
          </p:cNvCxnSpPr>
          <p:nvPr/>
        </p:nvCxnSpPr>
        <p:spPr>
          <a:xfrm flipH="1">
            <a:off x="7294942" y="2185384"/>
            <a:ext cx="985204" cy="428983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3E783F5-6CC9-CAC5-E164-6E81EC395F8D}"/>
              </a:ext>
            </a:extLst>
          </p:cNvPr>
          <p:cNvCxnSpPr>
            <a:cxnSpLocks/>
          </p:cNvCxnSpPr>
          <p:nvPr/>
        </p:nvCxnSpPr>
        <p:spPr>
          <a:xfrm flipH="1">
            <a:off x="7294942" y="4520058"/>
            <a:ext cx="927474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CFB5E617-776C-FCC2-606B-10D8ADEDBCC5}"/>
              </a:ext>
            </a:extLst>
          </p:cNvPr>
          <p:cNvCxnSpPr>
            <a:cxnSpLocks/>
          </p:cNvCxnSpPr>
          <p:nvPr/>
        </p:nvCxnSpPr>
        <p:spPr>
          <a:xfrm flipH="1" flipV="1">
            <a:off x="7491010" y="3824158"/>
            <a:ext cx="731406" cy="6959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D1C99C2E-415C-5034-6F0F-12796D869B83}"/>
              </a:ext>
            </a:extLst>
          </p:cNvPr>
          <p:cNvCxnSpPr>
            <a:cxnSpLocks/>
          </p:cNvCxnSpPr>
          <p:nvPr/>
        </p:nvCxnSpPr>
        <p:spPr>
          <a:xfrm flipH="1">
            <a:off x="7079980" y="1687637"/>
            <a:ext cx="274887" cy="71223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D5F43E15-3B8D-15E0-2A2B-EA7FE255B608}"/>
              </a:ext>
            </a:extLst>
          </p:cNvPr>
          <p:cNvSpPr txBox="1"/>
          <p:nvPr/>
        </p:nvSpPr>
        <p:spPr>
          <a:xfrm>
            <a:off x="6819019" y="1353679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Major tick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A9D46A2-9370-BD81-E578-32BE1259603E}"/>
              </a:ext>
            </a:extLst>
          </p:cNvPr>
          <p:cNvSpPr txBox="1"/>
          <p:nvPr/>
        </p:nvSpPr>
        <p:spPr>
          <a:xfrm>
            <a:off x="2885150" y="4791239"/>
            <a:ext cx="10716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Text display</a:t>
            </a: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EF9B612C-572D-F434-2446-B329B815F3CA}"/>
              </a:ext>
            </a:extLst>
          </p:cNvPr>
          <p:cNvCxnSpPr>
            <a:cxnSpLocks/>
          </p:cNvCxnSpPr>
          <p:nvPr/>
        </p:nvCxnSpPr>
        <p:spPr>
          <a:xfrm flipV="1">
            <a:off x="3806823" y="5068238"/>
            <a:ext cx="1271195" cy="1453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448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C2CD7-1BBA-1618-0136-0F5B600A8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6114C9D-A096-43A2-06F5-629900CA3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77" y="1123628"/>
            <a:ext cx="2657846" cy="4610743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201A9C2-B173-C1F5-D326-B833EB854A53}"/>
              </a:ext>
            </a:extLst>
          </p:cNvPr>
          <p:cNvSpPr txBox="1"/>
          <p:nvPr/>
        </p:nvSpPr>
        <p:spPr>
          <a:xfrm>
            <a:off x="3217500" y="3190113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Zero Point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D284FD48-2DCC-1B80-DBB8-A5F01B1E014F}"/>
              </a:ext>
            </a:extLst>
          </p:cNvPr>
          <p:cNvCxnSpPr>
            <a:cxnSpLocks/>
          </p:cNvCxnSpPr>
          <p:nvPr/>
        </p:nvCxnSpPr>
        <p:spPr>
          <a:xfrm>
            <a:off x="4289196" y="3359390"/>
            <a:ext cx="650449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6D1C98B-034F-0DA6-E2DC-F98435B642F0}"/>
              </a:ext>
            </a:extLst>
          </p:cNvPr>
          <p:cNvSpPr txBox="1"/>
          <p:nvPr/>
        </p:nvSpPr>
        <p:spPr>
          <a:xfrm>
            <a:off x="7316687" y="1739913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Label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FA9A950-2701-BC36-0239-07F8A51BF9A1}"/>
              </a:ext>
            </a:extLst>
          </p:cNvPr>
          <p:cNvSpPr txBox="1"/>
          <p:nvPr/>
        </p:nvSpPr>
        <p:spPr>
          <a:xfrm>
            <a:off x="3467705" y="2016107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Minor tick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610DDC3-AB08-00E9-D251-F3F291169751}"/>
              </a:ext>
            </a:extLst>
          </p:cNvPr>
          <p:cNvSpPr txBox="1"/>
          <p:nvPr/>
        </p:nvSpPr>
        <p:spPr>
          <a:xfrm>
            <a:off x="6605441" y="4875230"/>
            <a:ext cx="10716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Color bands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F59E1A45-E391-F5EF-8E84-3FC16C325329}"/>
              </a:ext>
            </a:extLst>
          </p:cNvPr>
          <p:cNvCxnSpPr>
            <a:cxnSpLocks/>
          </p:cNvCxnSpPr>
          <p:nvPr/>
        </p:nvCxnSpPr>
        <p:spPr>
          <a:xfrm flipH="1">
            <a:off x="6546792" y="1901360"/>
            <a:ext cx="944218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57F6D3ED-4909-9C24-0665-F46D87A5D9B0}"/>
              </a:ext>
            </a:extLst>
          </p:cNvPr>
          <p:cNvCxnSpPr>
            <a:cxnSpLocks/>
          </p:cNvCxnSpPr>
          <p:nvPr/>
        </p:nvCxnSpPr>
        <p:spPr>
          <a:xfrm flipH="1">
            <a:off x="5866504" y="5151654"/>
            <a:ext cx="927474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1E92E46F-FEA3-B2C9-0077-93F777D80CDF}"/>
              </a:ext>
            </a:extLst>
          </p:cNvPr>
          <p:cNvCxnSpPr>
            <a:cxnSpLocks/>
          </p:cNvCxnSpPr>
          <p:nvPr/>
        </p:nvCxnSpPr>
        <p:spPr>
          <a:xfrm flipH="1" flipV="1">
            <a:off x="5888249" y="4956640"/>
            <a:ext cx="905729" cy="1950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069181EE-65FC-0482-9C35-2580C0C6861D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4529683" y="1909190"/>
            <a:ext cx="7031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2FB4FAB0-96EF-0095-CF4E-8CC1CF842C6C}"/>
              </a:ext>
            </a:extLst>
          </p:cNvPr>
          <p:cNvSpPr txBox="1"/>
          <p:nvPr/>
        </p:nvSpPr>
        <p:spPr>
          <a:xfrm>
            <a:off x="3457987" y="1739913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Major tick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A4CAA69-5535-C282-C658-F226534B4697}"/>
              </a:ext>
            </a:extLst>
          </p:cNvPr>
          <p:cNvCxnSpPr>
            <a:cxnSpLocks/>
          </p:cNvCxnSpPr>
          <p:nvPr/>
        </p:nvCxnSpPr>
        <p:spPr>
          <a:xfrm>
            <a:off x="4539401" y="2157735"/>
            <a:ext cx="966144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BC35698-5B94-A50D-DA32-C5CDC02BC210}"/>
              </a:ext>
            </a:extLst>
          </p:cNvPr>
          <p:cNvSpPr txBox="1"/>
          <p:nvPr/>
        </p:nvSpPr>
        <p:spPr>
          <a:xfrm>
            <a:off x="6955162" y="2813447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Pointer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0ABC503-D31A-7206-02EB-9D464A9D2A41}"/>
              </a:ext>
            </a:extLst>
          </p:cNvPr>
          <p:cNvCxnSpPr>
            <a:cxnSpLocks/>
          </p:cNvCxnSpPr>
          <p:nvPr/>
        </p:nvCxnSpPr>
        <p:spPr>
          <a:xfrm flipH="1" flipV="1">
            <a:off x="5988011" y="2514262"/>
            <a:ext cx="1117561" cy="46846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15434A21-B981-5E6B-E40A-0AE26E2509F4}"/>
              </a:ext>
            </a:extLst>
          </p:cNvPr>
          <p:cNvSpPr txBox="1"/>
          <p:nvPr/>
        </p:nvSpPr>
        <p:spPr>
          <a:xfrm>
            <a:off x="3482627" y="2518472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Fill color</a:t>
            </a:r>
          </a:p>
        </p:txBody>
      </p: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AE52B9E2-77AB-C90C-97CC-4E63A6AD6925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4554323" y="2685920"/>
            <a:ext cx="574747" cy="182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094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9A279E6-A31B-D63E-D094-5A9C6A06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302" y="1104611"/>
            <a:ext cx="6601746" cy="413442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2622698" y="1618962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Upload: GUI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Server</a:t>
            </a:r>
            <a:endParaRPr lang="en-CA" sz="1400" dirty="0">
              <a:solidFill>
                <a:schemeClr val="accent1"/>
              </a:solidFill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AC0E080-37BF-D5AC-DD84-FECC7014C00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657350" y="1618962"/>
            <a:ext cx="965348" cy="1538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5694481" y="1618961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Download: Server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CA" sz="1400" dirty="0">
                <a:solidFill>
                  <a:schemeClr val="accent1"/>
                </a:solidFill>
              </a:rPr>
              <a:t>GUI 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FABE117C-34D1-F22D-A00F-7A69A3630F4E}"/>
              </a:ext>
            </a:extLst>
          </p:cNvPr>
          <p:cNvCxnSpPr>
            <a:cxnSpLocks/>
          </p:cNvCxnSpPr>
          <p:nvPr/>
        </p:nvCxnSpPr>
        <p:spPr>
          <a:xfrm flipH="1">
            <a:off x="4962525" y="1926738"/>
            <a:ext cx="1133475" cy="15975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39847</TotalTime>
  <Words>218</Words>
  <Application>Microsoft Office PowerPoint</Application>
  <PresentationFormat>Grand écran</PresentationFormat>
  <Paragraphs>91</Paragraphs>
  <Slides>20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12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20</vt:i4>
      </vt:variant>
    </vt:vector>
  </HeadingPairs>
  <TitlesOfParts>
    <vt:vector size="34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Courier New</vt:lpstr>
      <vt:lpstr>DejaVu Sans</vt:lpstr>
      <vt:lpstr>Segoe UI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84</cp:revision>
  <dcterms:created xsi:type="dcterms:W3CDTF">2025-01-18T08:02:18Z</dcterms:created>
  <dcterms:modified xsi:type="dcterms:W3CDTF">2026-05-24T19:35:58Z</dcterms:modified>
</cp:coreProperties>
</file>
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2E600"/>
    <a:srgbClr val="FFCF37"/>
    <a:srgbClr val="8FAADC"/>
    <a:srgbClr val="2F528F"/>
    <a:srgbClr val="ABD190"/>
    <a:srgbClr val="C9E2B8"/>
    <a:srgbClr val="8E8E8E"/>
    <a:srgbClr val="217346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2026-03-25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586550" y="570132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17340</TotalTime>
  <Words>97</Words>
  <Application>Microsoft Office PowerPoint</Application>
  <PresentationFormat>Grand écran</PresentationFormat>
  <Paragraphs>37</Paragraphs>
  <Slides>11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11</vt:i4>
      </vt:variant>
    </vt:vector>
  </HeadingPairs>
  <TitlesOfParts>
    <vt:vector size="22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59</cp:revision>
  <dcterms:created xsi:type="dcterms:W3CDTF">2025-01-18T08:02:18Z</dcterms:created>
  <dcterms:modified xsi:type="dcterms:W3CDTF">2026-03-26T03:26:01Z</dcterms:modified>
</cp:coreProperties>
</file>